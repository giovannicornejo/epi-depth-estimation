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4"/>
    <p:sldMasterId id="2147483703" r:id="rId5"/>
  </p:sldMasterIdLst>
  <p:notesMasterIdLst>
    <p:notesMasterId r:id="rId6"/>
  </p:notesMasterIdLst>
  <p:sldIdLst>
    <p:sldId id="256" r:id="rId7"/>
  </p:sldIdLst>
  <p:sldSz cy="5143500" cx="9144000"/>
  <p:notesSz cx="6858000" cy="9144000"/>
  <p:embeddedFontLst>
    <p:embeddedFont>
      <p:font typeface="Plus Jakarta Sans"/>
      <p:regular r:id="rId8"/>
      <p:bold r:id="rId9"/>
      <p:italic r:id="rId10"/>
      <p:boldItalic r:id="rId11"/>
    </p:embeddedFont>
    <p:embeddedFont>
      <p:font typeface="Inter"/>
      <p:regular r:id="rId12"/>
      <p:bold r:id="rId13"/>
      <p:italic r:id="rId14"/>
      <p:boldItalic r:id="rId15"/>
    </p:embeddedFont>
    <p:embeddedFont>
      <p:font typeface="Plus Jakarta Sans Medium"/>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PlusJakartaSa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PlusJakartaSans-regular.fntdata"/><Relationship Id="rId11" Type="http://schemas.openxmlformats.org/officeDocument/2006/relationships/font" Target="fonts/PlusJakartaSans-boldItalic.fntdata"/><Relationship Id="rId10" Type="http://schemas.openxmlformats.org/officeDocument/2006/relationships/font" Target="fonts/PlusJakartaSans-italic.fntdata"/><Relationship Id="rId13" Type="http://schemas.openxmlformats.org/officeDocument/2006/relationships/font" Target="fonts/Inter-bold.fntdata"/><Relationship Id="rId12" Type="http://schemas.openxmlformats.org/officeDocument/2006/relationships/font" Target="fonts/Inter-regular.fntdata"/><Relationship Id="rId15" Type="http://schemas.openxmlformats.org/officeDocument/2006/relationships/font" Target="fonts/Inter-boldItalic.fntdata"/><Relationship Id="rId14" Type="http://schemas.openxmlformats.org/officeDocument/2006/relationships/font" Target="fonts/Inter-italic.fntdata"/><Relationship Id="rId17" Type="http://schemas.openxmlformats.org/officeDocument/2006/relationships/font" Target="fonts/PlusJakartaSansMedium-bold.fntdata"/><Relationship Id="rId16" Type="http://schemas.openxmlformats.org/officeDocument/2006/relationships/font" Target="fonts/PlusJakartaSansMedium-regular.fntdata"/><Relationship Id="rId19" Type="http://schemas.openxmlformats.org/officeDocument/2006/relationships/font" Target="fonts/PlusJakartaSansMedium-boldItalic.fntdata"/><Relationship Id="rId18" Type="http://schemas.openxmlformats.org/officeDocument/2006/relationships/font" Target="fonts/PlusJakartaSansMedium-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9c3fd3424f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9c3fd3424f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1 - Introduce Topic and paper:</a:t>
            </a:r>
            <a:endParaRPr/>
          </a:p>
          <a:p>
            <a:pPr indent="-298450" lvl="0" marL="457200" rtl="0" algn="l">
              <a:spcBef>
                <a:spcPts val="0"/>
              </a:spcBef>
              <a:spcAft>
                <a:spcPts val="0"/>
              </a:spcAft>
              <a:buSzPts val="1100"/>
              <a:buChar char="-"/>
            </a:pPr>
            <a:r>
              <a:rPr lang="en">
                <a:solidFill>
                  <a:schemeClr val="dk1"/>
                </a:solidFill>
              </a:rPr>
              <a:t>Light-field images record not only the color and brightness of a scene, but also the </a:t>
            </a:r>
            <a:r>
              <a:rPr b="1" lang="en">
                <a:solidFill>
                  <a:schemeClr val="dk1"/>
                </a:solidFill>
              </a:rPr>
              <a:t>direction</a:t>
            </a:r>
            <a:r>
              <a:rPr lang="en">
                <a:solidFill>
                  <a:schemeClr val="dk1"/>
                </a:solidFill>
              </a:rPr>
              <a:t> that each light ray travels.</a:t>
            </a:r>
            <a:endParaRPr/>
          </a:p>
          <a:p>
            <a:pPr indent="-298450" lvl="0" marL="457200" rtl="0" algn="l">
              <a:spcBef>
                <a:spcPts val="0"/>
              </a:spcBef>
              <a:spcAft>
                <a:spcPts val="0"/>
              </a:spcAft>
              <a:buSzPts val="1100"/>
              <a:buChar char="-"/>
            </a:pPr>
            <a:r>
              <a:rPr lang="en">
                <a:solidFill>
                  <a:schemeClr val="dk1"/>
                </a:solidFill>
              </a:rPr>
              <a:t>Because of this, they can be used to </a:t>
            </a:r>
            <a:r>
              <a:rPr b="1" lang="en">
                <a:solidFill>
                  <a:schemeClr val="dk1"/>
                </a:solidFill>
              </a:rPr>
              <a:t>refocus an image after it’s captured</a:t>
            </a:r>
            <a:r>
              <a:rPr lang="en">
                <a:solidFill>
                  <a:schemeClr val="dk1"/>
                </a:solidFill>
              </a:rPr>
              <a:t> and to </a:t>
            </a:r>
            <a:r>
              <a:rPr b="1" lang="en">
                <a:solidFill>
                  <a:schemeClr val="dk1"/>
                </a:solidFill>
              </a:rPr>
              <a:t>estimate depth</a:t>
            </a:r>
            <a:r>
              <a:rPr lang="en">
                <a:solidFill>
                  <a:schemeClr val="dk1"/>
                </a:solidFill>
              </a:rPr>
              <a:t>, or how far objects are from the camera.</a:t>
            </a:r>
            <a:endParaRPr>
              <a:solidFill>
                <a:schemeClr val="dk1"/>
              </a:solidFill>
            </a:endParaRPr>
          </a:p>
          <a:p>
            <a:pPr indent="-298450" lvl="0" marL="457200" rtl="0" algn="l">
              <a:spcBef>
                <a:spcPts val="0"/>
              </a:spcBef>
              <a:spcAft>
                <a:spcPts val="0"/>
              </a:spcAft>
              <a:buSzPts val="1100"/>
              <a:buChar char="-"/>
            </a:pPr>
            <a:r>
              <a:rPr lang="en">
                <a:solidFill>
                  <a:schemeClr val="dk1"/>
                </a:solidFill>
              </a:rPr>
              <a:t>The research paper we’re focusing on introduces a </a:t>
            </a:r>
            <a:r>
              <a:rPr b="1" lang="en">
                <a:solidFill>
                  <a:schemeClr val="dk1"/>
                </a:solidFill>
              </a:rPr>
              <a:t>new depth-estimation method</a:t>
            </a:r>
            <a:r>
              <a:rPr lang="en">
                <a:solidFill>
                  <a:schemeClr val="dk1"/>
                </a:solidFill>
              </a:rPr>
              <a:t> that improves how depth maps are generated from </a:t>
            </a:r>
            <a:r>
              <a:rPr b="1" lang="en">
                <a:solidFill>
                  <a:schemeClr val="dk1"/>
                </a:solidFill>
              </a:rPr>
              <a:t>EPI — Epipolar Plane Images</a:t>
            </a:r>
            <a:r>
              <a:rPr lang="en">
                <a:solidFill>
                  <a:schemeClr val="dk1"/>
                </a:solidFill>
              </a:rPr>
              <a:t>, which are 2-D slices of a light-field image.</a:t>
            </a:r>
            <a:endParaRPr>
              <a:solidFill>
                <a:schemeClr val="dk1"/>
              </a:solidFill>
            </a:endParaRPr>
          </a:p>
          <a:p>
            <a:pPr indent="0" lvl="0" marL="45720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t>Speaker 2 - Describe new idea the paper is introducing:</a:t>
            </a:r>
            <a:endParaRPr/>
          </a:p>
          <a:p>
            <a:pPr indent="-298450" lvl="0" marL="457200" rtl="0" algn="l">
              <a:spcBef>
                <a:spcPts val="0"/>
              </a:spcBef>
              <a:spcAft>
                <a:spcPts val="0"/>
              </a:spcAft>
              <a:buSzPts val="1100"/>
              <a:buChar char="-"/>
            </a:pPr>
            <a:r>
              <a:rPr lang="en">
                <a:solidFill>
                  <a:schemeClr val="dk1"/>
                </a:solidFill>
              </a:rPr>
              <a:t>What makes this paper new is its idea of using the </a:t>
            </a:r>
            <a:r>
              <a:rPr b="1" lang="en">
                <a:solidFill>
                  <a:schemeClr val="dk1"/>
                </a:solidFill>
              </a:rPr>
              <a:t>EPI-neighborhood distribution</a:t>
            </a:r>
            <a:r>
              <a:rPr lang="en">
                <a:solidFill>
                  <a:schemeClr val="dk1"/>
                </a:solidFill>
              </a:rPr>
              <a:t> to find depth.</a:t>
            </a:r>
            <a:endParaRPr>
              <a:solidFill>
                <a:schemeClr val="dk1"/>
              </a:solidFill>
            </a:endParaRPr>
          </a:p>
          <a:p>
            <a:pPr indent="-298450" lvl="0" marL="457200" rtl="0" algn="l">
              <a:spcBef>
                <a:spcPts val="0"/>
              </a:spcBef>
              <a:spcAft>
                <a:spcPts val="0"/>
              </a:spcAft>
              <a:buSzPts val="1100"/>
              <a:buChar char="-"/>
            </a:pPr>
            <a:r>
              <a:rPr lang="en">
                <a:solidFill>
                  <a:schemeClr val="dk1"/>
                </a:solidFill>
              </a:rPr>
              <a:t>Instead of measuring the </a:t>
            </a:r>
            <a:r>
              <a:rPr i="1" lang="en">
                <a:solidFill>
                  <a:schemeClr val="dk1"/>
                </a:solidFill>
              </a:rPr>
              <a:t>slope</a:t>
            </a:r>
            <a:r>
              <a:rPr lang="en">
                <a:solidFill>
                  <a:schemeClr val="dk1"/>
                </a:solidFill>
              </a:rPr>
              <a:t> of lines inside an EPI like older methods, it looks at the </a:t>
            </a:r>
            <a:r>
              <a:rPr b="1" lang="en">
                <a:solidFill>
                  <a:schemeClr val="dk1"/>
                </a:solidFill>
              </a:rPr>
              <a:t>intensity distributions</a:t>
            </a:r>
            <a:r>
              <a:rPr lang="en">
                <a:solidFill>
                  <a:schemeClr val="dk1"/>
                </a:solidFill>
              </a:rPr>
              <a:t> of pixels on both sides of those lines.</a:t>
            </a:r>
            <a:endParaRPr>
              <a:solidFill>
                <a:schemeClr val="dk1"/>
              </a:solidFill>
            </a:endParaRPr>
          </a:p>
          <a:p>
            <a:pPr indent="-298450" lvl="0" marL="457200" rtl="0" algn="l">
              <a:spcBef>
                <a:spcPts val="0"/>
              </a:spcBef>
              <a:spcAft>
                <a:spcPts val="0"/>
              </a:spcAft>
              <a:buSzPts val="1100"/>
              <a:buChar char="-"/>
            </a:pPr>
            <a:r>
              <a:rPr lang="en">
                <a:solidFill>
                  <a:schemeClr val="dk1"/>
                </a:solidFill>
              </a:rPr>
              <a:t>By comparing how different the two sides are—using a statistic called </a:t>
            </a:r>
            <a:r>
              <a:rPr b="1" lang="en">
                <a:solidFill>
                  <a:schemeClr val="dk1"/>
                </a:solidFill>
              </a:rPr>
              <a:t>Kullback-Leibler Divergence (KLD)</a:t>
            </a:r>
            <a:r>
              <a:rPr lang="en">
                <a:solidFill>
                  <a:schemeClr val="dk1"/>
                </a:solidFill>
              </a:rPr>
              <a:t>—the algorithm can tell which depth makes the image best focused and correctly handles </a:t>
            </a:r>
            <a:r>
              <a:rPr b="1" lang="en">
                <a:solidFill>
                  <a:schemeClr val="dk1"/>
                </a:solidFill>
              </a:rPr>
              <a:t>occlusions</a:t>
            </a:r>
            <a:r>
              <a:rPr lang="en">
                <a:solidFill>
                  <a:schemeClr val="dk1"/>
                </a:solidFill>
              </a:rPr>
              <a:t> where one object blocks another.</a:t>
            </a:r>
            <a:endParaRPr>
              <a:solidFill>
                <a:schemeClr val="dk1"/>
              </a:solidFill>
            </a:endParaRPr>
          </a:p>
          <a:p>
            <a:pPr indent="0" lvl="0" marL="45720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t>Speaker 3 - Technical/Algorithm Brief Explanation:</a:t>
            </a:r>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1: The light-field is </a:t>
            </a:r>
            <a:r>
              <a:rPr b="1" lang="en">
                <a:solidFill>
                  <a:schemeClr val="dk1"/>
                </a:solidFill>
              </a:rPr>
              <a:t>sheared</a:t>
            </a:r>
            <a:r>
              <a:rPr lang="en">
                <a:solidFill>
                  <a:schemeClr val="dk1"/>
                </a:solidFill>
              </a:rPr>
              <a:t> at many depth values, basically “refocused” at different planes.</a:t>
            </a:r>
            <a:br>
              <a:rPr lang="en">
                <a:solidFill>
                  <a:schemeClr val="dk1"/>
                </a:solidFill>
              </a:rPr>
            </a:br>
            <a:r>
              <a:rPr lang="en">
                <a:solidFill>
                  <a:schemeClr val="dk1"/>
                </a:solidFill>
              </a:rPr>
              <a:t>2: For every pixel in each EPI, a small window is taken and split in half.</a:t>
            </a:r>
            <a:br>
              <a:rPr lang="en">
                <a:solidFill>
                  <a:schemeClr val="dk1"/>
                </a:solidFill>
              </a:rPr>
            </a:br>
            <a:r>
              <a:rPr lang="en">
                <a:solidFill>
                  <a:schemeClr val="dk1"/>
                </a:solidFill>
              </a:rPr>
              <a:t>3: The </a:t>
            </a:r>
            <a:r>
              <a:rPr b="1" lang="en">
                <a:solidFill>
                  <a:schemeClr val="dk1"/>
                </a:solidFill>
              </a:rPr>
              <a:t>KLD</a:t>
            </a:r>
            <a:r>
              <a:rPr lang="en">
                <a:solidFill>
                  <a:schemeClr val="dk1"/>
                </a:solidFill>
              </a:rPr>
              <a:t> between the left- and right-side intensity histograms is computed; the depth where that KLD is highest is the pixel’s estimated depth.</a:t>
            </a:r>
            <a:br>
              <a:rPr lang="en">
                <a:solidFill>
                  <a:schemeClr val="dk1"/>
                </a:solidFill>
              </a:rPr>
            </a:br>
            <a:r>
              <a:rPr lang="en">
                <a:solidFill>
                  <a:schemeClr val="dk1"/>
                </a:solidFill>
              </a:rPr>
              <a:t>4: Horizontal and vertical EPIs give two depth tensors that are combined using a </a:t>
            </a:r>
            <a:r>
              <a:rPr b="1" lang="en">
                <a:solidFill>
                  <a:schemeClr val="dk1"/>
                </a:solidFill>
              </a:rPr>
              <a:t>confidence measure</a:t>
            </a:r>
            <a:r>
              <a:rPr lang="en">
                <a:solidFill>
                  <a:schemeClr val="dk1"/>
                </a:solidFill>
              </a:rPr>
              <a:t> and refined with a </a:t>
            </a:r>
            <a:r>
              <a:rPr b="1" lang="en">
                <a:solidFill>
                  <a:schemeClr val="dk1"/>
                </a:solidFill>
              </a:rPr>
              <a:t>global optimization</a:t>
            </a:r>
            <a:r>
              <a:rPr lang="en">
                <a:solidFill>
                  <a:schemeClr val="dk1"/>
                </a:solidFill>
              </a:rPr>
              <a:t> to create the final depth map with clean edges.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framework shown in this chart outlines the different algorithms used. First the light field image is sheared, then vertical/horizontal depth </a:t>
            </a:r>
            <a:r>
              <a:rPr lang="en">
                <a:solidFill>
                  <a:schemeClr val="dk1"/>
                </a:solidFill>
              </a:rPr>
              <a:t>tensor</a:t>
            </a:r>
            <a:r>
              <a:rPr lang="en">
                <a:solidFill>
                  <a:schemeClr val="dk1"/>
                </a:solidFill>
              </a:rPr>
              <a:t> are generated by looking at patches around each EPI. The horizontal and vertical tensore are combined using a confidence </a:t>
            </a:r>
            <a:r>
              <a:rPr lang="en">
                <a:solidFill>
                  <a:schemeClr val="dk1"/>
                </a:solidFill>
              </a:rPr>
              <a:t>measure</a:t>
            </a:r>
            <a:r>
              <a:rPr lang="en">
                <a:solidFill>
                  <a:schemeClr val="dk1"/>
                </a:solidFill>
              </a:rPr>
              <a:t> to then form a depth map.</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Or in simple terms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algorithm works kind of like a digital version of focusing a camera.</a:t>
            </a:r>
            <a:br>
              <a:rPr lang="en">
                <a:solidFill>
                  <a:schemeClr val="dk1"/>
                </a:solidFill>
              </a:rPr>
            </a:br>
            <a:r>
              <a:rPr lang="en">
                <a:solidFill>
                  <a:schemeClr val="dk1"/>
                </a:solidFill>
              </a:rPr>
              <a:t> It first </a:t>
            </a:r>
            <a:r>
              <a:rPr b="1" lang="en">
                <a:solidFill>
                  <a:schemeClr val="dk1"/>
                </a:solidFill>
              </a:rPr>
              <a:t>refocuses the light field image at many different depths</a:t>
            </a:r>
            <a:r>
              <a:rPr lang="en">
                <a:solidFill>
                  <a:schemeClr val="dk1"/>
                </a:solidFill>
              </a:rPr>
              <a:t>, almost like trying different focus settings.</a:t>
            </a:r>
            <a:br>
              <a:rPr lang="en">
                <a:solidFill>
                  <a:schemeClr val="dk1"/>
                </a:solidFill>
              </a:rPr>
            </a:br>
            <a:r>
              <a:rPr lang="en">
                <a:solidFill>
                  <a:schemeClr val="dk1"/>
                </a:solidFill>
              </a:rPr>
              <a:t> Then, for each pixel, it looks at a small patch around it on the </a:t>
            </a:r>
            <a:r>
              <a:rPr b="1" lang="en">
                <a:solidFill>
                  <a:schemeClr val="dk1"/>
                </a:solidFill>
              </a:rPr>
              <a:t>EPI</a:t>
            </a:r>
            <a:r>
              <a:rPr lang="en">
                <a:solidFill>
                  <a:schemeClr val="dk1"/>
                </a:solidFill>
              </a:rPr>
              <a:t>, which shows how that point appears from different angles.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patch is </a:t>
            </a:r>
            <a:r>
              <a:rPr b="1" lang="en">
                <a:solidFill>
                  <a:schemeClr val="dk1"/>
                </a:solidFill>
              </a:rPr>
              <a:t>split into two sides</a:t>
            </a:r>
            <a:r>
              <a:rPr lang="en">
                <a:solidFill>
                  <a:schemeClr val="dk1"/>
                </a:solidFill>
              </a:rPr>
              <a:t>, and the algorithm compares how different the pixel brightness patterns are on the left and right.</a:t>
            </a:r>
            <a:br>
              <a:rPr lang="en">
                <a:solidFill>
                  <a:schemeClr val="dk1"/>
                </a:solidFill>
              </a:rPr>
            </a:br>
            <a:r>
              <a:rPr lang="en">
                <a:solidFill>
                  <a:schemeClr val="dk1"/>
                </a:solidFill>
              </a:rPr>
              <a:t> When the image is correctly focused, those two sides look the most different — and that’s how it knows the </a:t>
            </a:r>
            <a:r>
              <a:rPr b="1" lang="en">
                <a:solidFill>
                  <a:schemeClr val="dk1"/>
                </a:solidFill>
              </a:rPr>
              <a:t>true depth</a:t>
            </a:r>
            <a:r>
              <a:rPr lang="en">
                <a:solidFill>
                  <a:schemeClr val="dk1"/>
                </a:solidFill>
              </a:rPr>
              <a:t> of that point.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does this for both </a:t>
            </a:r>
            <a:r>
              <a:rPr b="1" lang="en">
                <a:solidFill>
                  <a:schemeClr val="dk1"/>
                </a:solidFill>
              </a:rPr>
              <a:t>horizontal and vertical directions</a:t>
            </a:r>
            <a:r>
              <a:rPr lang="en">
                <a:solidFill>
                  <a:schemeClr val="dk1"/>
                </a:solidFill>
              </a:rPr>
              <a:t> to get two maps, and then </a:t>
            </a:r>
            <a:r>
              <a:rPr b="1" lang="en">
                <a:solidFill>
                  <a:schemeClr val="dk1"/>
                </a:solidFill>
              </a:rPr>
              <a:t>combines them</a:t>
            </a:r>
            <a:r>
              <a:rPr lang="en">
                <a:solidFill>
                  <a:schemeClr val="dk1"/>
                </a:solidFill>
              </a:rPr>
              <a:t> using a confidence measure to make one final, smooth depth map that keeps edges sharp and handles overlapping objects correctly.</a:t>
            </a:r>
            <a:br>
              <a:rPr lang="en">
                <a:solidFill>
                  <a:schemeClr val="dk1"/>
                </a:solidFill>
              </a:rPr>
            </a:br>
            <a:endParaRPr/>
          </a:p>
          <a:p>
            <a:pPr indent="0" lvl="0" marL="0" rtl="0" algn="l">
              <a:spcBef>
                <a:spcPts val="1200"/>
              </a:spcBef>
              <a:spcAft>
                <a:spcPts val="0"/>
              </a:spcAft>
              <a:buNone/>
            </a:pPr>
            <a:r>
              <a:rPr lang="en"/>
              <a:t>Speaker 4 - Project Goals:</a:t>
            </a:r>
            <a:endParaRPr/>
          </a:p>
          <a:p>
            <a:pPr indent="0" lvl="0" marL="0" rtl="0" algn="l">
              <a:lnSpc>
                <a:spcPct val="115000"/>
              </a:lnSpc>
              <a:spcBef>
                <a:spcPts val="1200"/>
              </a:spcBef>
              <a:spcAft>
                <a:spcPts val="0"/>
              </a:spcAft>
              <a:buNone/>
            </a:pPr>
            <a:r>
              <a:rPr lang="en">
                <a:solidFill>
                  <a:schemeClr val="dk1"/>
                </a:solidFill>
              </a:rPr>
              <a:t>For our project, we found that this connects really well and expands on what we worked on in Lab 4. In that lab, we generated our own EPIs, but we stopped at just visualizing them.</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This paper gave us a way to take that a step further, where we actually use EPIs to estimate depth. So our goal is to implement the full framework described in the paper, test it using existing 4D light field datasets (Heidelberg Collaboratory for Image Processing) to establish a baseline and then apply it to the EPI data we collect ourselves to see how well it performs in practice.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accent5"/>
        </a:solidFill>
      </p:bgPr>
    </p:bg>
    <p:spTree>
      <p:nvGrpSpPr>
        <p:cNvPr id="53" name="Shape 53"/>
        <p:cNvGrpSpPr/>
        <p:nvPr/>
      </p:nvGrpSpPr>
      <p:grpSpPr>
        <a:xfrm>
          <a:off x="0" y="0"/>
          <a:ext cx="0" cy="0"/>
          <a:chOff x="0" y="0"/>
          <a:chExt cx="0" cy="0"/>
        </a:xfrm>
      </p:grpSpPr>
      <p:sp>
        <p:nvSpPr>
          <p:cNvPr id="54" name="Google Shape;54;p14"/>
          <p:cNvSpPr/>
          <p:nvPr/>
        </p:nvSpPr>
        <p:spPr>
          <a:xfrm>
            <a:off x="6849412" y="229900"/>
            <a:ext cx="2068500" cy="2068500"/>
          </a:xfrm>
          <a:prstGeom prst="roundRect">
            <a:avLst>
              <a:gd fmla="val 12219"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55" name="Google Shape;55;p14"/>
          <p:cNvSpPr/>
          <p:nvPr/>
        </p:nvSpPr>
        <p:spPr>
          <a:xfrm>
            <a:off x="228600" y="229900"/>
            <a:ext cx="4349400" cy="4683600"/>
          </a:xfrm>
          <a:prstGeom prst="roundRect">
            <a:avLst>
              <a:gd fmla="val 584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56" name="Google Shape;56;p14"/>
          <p:cNvSpPr/>
          <p:nvPr/>
        </p:nvSpPr>
        <p:spPr>
          <a:xfrm>
            <a:off x="4679587" y="229900"/>
            <a:ext cx="2068500" cy="2068500"/>
          </a:xfrm>
          <a:prstGeom prst="roundRect">
            <a:avLst>
              <a:gd fmla="val 12219"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Plus Jakarta Sans"/>
                <a:ea typeface="Plus Jakarta Sans"/>
                <a:cs typeface="Plus Jakarta Sans"/>
                <a:sym typeface="Plus Jakarta Sans"/>
              </a:rPr>
              <a:t> </a:t>
            </a:r>
            <a:endParaRPr>
              <a:solidFill>
                <a:schemeClr val="accent2"/>
              </a:solidFill>
              <a:latin typeface="Plus Jakarta Sans"/>
              <a:ea typeface="Plus Jakarta Sans"/>
              <a:cs typeface="Plus Jakarta Sans"/>
              <a:sym typeface="Plus Jakarta Sans"/>
            </a:endParaRPr>
          </a:p>
        </p:txBody>
      </p:sp>
      <p:sp>
        <p:nvSpPr>
          <p:cNvPr id="57" name="Google Shape;57;p14"/>
          <p:cNvSpPr/>
          <p:nvPr/>
        </p:nvSpPr>
        <p:spPr>
          <a:xfrm>
            <a:off x="4679599" y="2404695"/>
            <a:ext cx="4238400" cy="2508900"/>
          </a:xfrm>
          <a:prstGeom prst="roundRect">
            <a:avLst>
              <a:gd fmla="val 1013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grpSp>
        <p:nvGrpSpPr>
          <p:cNvPr id="58" name="Google Shape;58;p14"/>
          <p:cNvGrpSpPr/>
          <p:nvPr/>
        </p:nvGrpSpPr>
        <p:grpSpPr>
          <a:xfrm>
            <a:off x="4524845" y="724771"/>
            <a:ext cx="2377504" cy="1078596"/>
            <a:chOff x="4571989" y="769200"/>
            <a:chExt cx="2320422" cy="1052700"/>
          </a:xfrm>
        </p:grpSpPr>
        <p:sp>
          <p:nvSpPr>
            <p:cNvPr id="59" name="Google Shape;59;p14"/>
            <p:cNvSpPr/>
            <p:nvPr/>
          </p:nvSpPr>
          <p:spPr>
            <a:xfrm>
              <a:off x="5691810" y="769200"/>
              <a:ext cx="1200600" cy="1052700"/>
            </a:xfrm>
            <a:prstGeom prst="pie">
              <a:avLst>
                <a:gd fmla="val 5410573"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60" name="Google Shape;60;p14"/>
            <p:cNvSpPr/>
            <p:nvPr/>
          </p:nvSpPr>
          <p:spPr>
            <a:xfrm flipH="1">
              <a:off x="4571989" y="769200"/>
              <a:ext cx="1200600" cy="1052700"/>
            </a:xfrm>
            <a:prstGeom prst="pie">
              <a:avLst>
                <a:gd fmla="val 5410573"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grpSp>
      <p:grpSp>
        <p:nvGrpSpPr>
          <p:cNvPr id="61" name="Google Shape;61;p14"/>
          <p:cNvGrpSpPr/>
          <p:nvPr/>
        </p:nvGrpSpPr>
        <p:grpSpPr>
          <a:xfrm>
            <a:off x="7352898" y="762044"/>
            <a:ext cx="1061865" cy="1004215"/>
            <a:chOff x="7312075" y="834700"/>
            <a:chExt cx="1022400" cy="966799"/>
          </a:xfrm>
        </p:grpSpPr>
        <p:sp>
          <p:nvSpPr>
            <p:cNvPr id="62" name="Google Shape;62;p14"/>
            <p:cNvSpPr/>
            <p:nvPr/>
          </p:nvSpPr>
          <p:spPr>
            <a:xfrm>
              <a:off x="7312075" y="834700"/>
              <a:ext cx="1022400" cy="438000"/>
            </a:xfrm>
            <a:prstGeom prst="roundRect">
              <a:avLst>
                <a:gd fmla="val 50000" name="adj"/>
              </a:avLst>
            </a:prstGeom>
            <a:noFill/>
            <a:ln cap="flat" cmpd="sng" w="1143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sp>
          <p:nvSpPr>
            <p:cNvPr id="63" name="Google Shape;63;p14"/>
            <p:cNvSpPr/>
            <p:nvPr/>
          </p:nvSpPr>
          <p:spPr>
            <a:xfrm>
              <a:off x="7312075" y="1363499"/>
              <a:ext cx="1022400" cy="438000"/>
            </a:xfrm>
            <a:prstGeom prst="roundRect">
              <a:avLst>
                <a:gd fmla="val 50000" name="adj"/>
              </a:avLst>
            </a:prstGeom>
            <a:noFill/>
            <a:ln cap="flat" cmpd="sng" w="1143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grpSp>
      <p:sp>
        <p:nvSpPr>
          <p:cNvPr id="64" name="Google Shape;64;p14"/>
          <p:cNvSpPr txBox="1"/>
          <p:nvPr>
            <p:ph idx="1" type="subTitle"/>
          </p:nvPr>
        </p:nvSpPr>
        <p:spPr>
          <a:xfrm>
            <a:off x="4897375" y="2609925"/>
            <a:ext cx="3679800" cy="4527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65" name="Google Shape;65;p14"/>
          <p:cNvSpPr txBox="1"/>
          <p:nvPr>
            <p:ph type="title"/>
          </p:nvPr>
        </p:nvSpPr>
        <p:spPr>
          <a:xfrm>
            <a:off x="563400" y="3695700"/>
            <a:ext cx="3679800" cy="9384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1pPr>
            <a:lvl2pPr lvl="1">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2pPr>
            <a:lvl3pPr lvl="2">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3pPr>
            <a:lvl4pPr lvl="3">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4pPr>
            <a:lvl5pPr lvl="4">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5pPr>
            <a:lvl6pPr lvl="5">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6pPr>
            <a:lvl7pPr lvl="6">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7pPr>
            <a:lvl8pPr lvl="7">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8pPr>
            <a:lvl9pPr lvl="8">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p:cSld name="BLANK_1_2">
    <p:bg>
      <p:bgPr>
        <a:solidFill>
          <a:schemeClr val="accent5"/>
        </a:solidFill>
      </p:bgPr>
    </p:bg>
    <p:spTree>
      <p:nvGrpSpPr>
        <p:cNvPr id="66" name="Shape 66"/>
        <p:cNvGrpSpPr/>
        <p:nvPr/>
      </p:nvGrpSpPr>
      <p:grpSpPr>
        <a:xfrm>
          <a:off x="0" y="0"/>
          <a:ext cx="0" cy="0"/>
          <a:chOff x="0" y="0"/>
          <a:chExt cx="0" cy="0"/>
        </a:xfrm>
      </p:grpSpPr>
      <p:sp>
        <p:nvSpPr>
          <p:cNvPr id="67" name="Google Shape;67;p15"/>
          <p:cNvSpPr/>
          <p:nvPr/>
        </p:nvSpPr>
        <p:spPr>
          <a:xfrm rot="5400000">
            <a:off x="-285900" y="285900"/>
            <a:ext cx="5143500" cy="4571700"/>
          </a:xfrm>
          <a:prstGeom prst="round2SameRect">
            <a:avLst>
              <a:gd fmla="val 7676"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Inter"/>
              <a:ea typeface="Inter"/>
              <a:cs typeface="Inter"/>
              <a:sym typeface="Inter"/>
            </a:endParaRPr>
          </a:p>
        </p:txBody>
      </p:sp>
      <p:sp>
        <p:nvSpPr>
          <p:cNvPr id="68" name="Google Shape;68;p15"/>
          <p:cNvSpPr txBox="1"/>
          <p:nvPr>
            <p:ph type="title"/>
          </p:nvPr>
        </p:nvSpPr>
        <p:spPr>
          <a:xfrm>
            <a:off x="228600" y="228600"/>
            <a:ext cx="3713100" cy="11082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3">
    <p:spTree>
      <p:nvGrpSpPr>
        <p:cNvPr id="69" name="Shape 69"/>
        <p:cNvGrpSpPr/>
        <p:nvPr/>
      </p:nvGrpSpPr>
      <p:grpSpPr>
        <a:xfrm>
          <a:off x="0" y="0"/>
          <a:ext cx="0" cy="0"/>
          <a:chOff x="0" y="0"/>
          <a:chExt cx="0" cy="0"/>
        </a:xfrm>
      </p:grpSpPr>
      <p:sp>
        <p:nvSpPr>
          <p:cNvPr id="70" name="Google Shape;70;p16"/>
          <p:cNvSpPr txBox="1"/>
          <p:nvPr>
            <p:ph type="title"/>
          </p:nvPr>
        </p:nvSpPr>
        <p:spPr>
          <a:xfrm>
            <a:off x="228600" y="228600"/>
            <a:ext cx="64803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
        <p:nvSpPr>
          <p:cNvPr id="71" name="Google Shape;71;p16"/>
          <p:cNvSpPr txBox="1"/>
          <p:nvPr>
            <p:ph idx="1" type="body"/>
          </p:nvPr>
        </p:nvSpPr>
        <p:spPr>
          <a:xfrm>
            <a:off x="3186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72" name="Google Shape;72;p16"/>
          <p:cNvSpPr txBox="1"/>
          <p:nvPr>
            <p:ph idx="2" type="body"/>
          </p:nvPr>
        </p:nvSpPr>
        <p:spPr>
          <a:xfrm>
            <a:off x="69111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73" name="Google Shape;73;p16"/>
          <p:cNvSpPr txBox="1"/>
          <p:nvPr>
            <p:ph idx="3" type="body"/>
          </p:nvPr>
        </p:nvSpPr>
        <p:spPr>
          <a:xfrm>
            <a:off x="25161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74" name="Google Shape;74;p16"/>
          <p:cNvSpPr txBox="1"/>
          <p:nvPr>
            <p:ph idx="4" type="body"/>
          </p:nvPr>
        </p:nvSpPr>
        <p:spPr>
          <a:xfrm>
            <a:off x="4713588"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75" name="Google Shape;75;p16"/>
          <p:cNvSpPr txBox="1"/>
          <p:nvPr>
            <p:ph idx="5" type="subTitle"/>
          </p:nvPr>
        </p:nvSpPr>
        <p:spPr>
          <a:xfrm>
            <a:off x="381950" y="2393500"/>
            <a:ext cx="18549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76" name="Google Shape;76;p16"/>
          <p:cNvSpPr txBox="1"/>
          <p:nvPr>
            <p:ph idx="6" type="subTitle"/>
          </p:nvPr>
        </p:nvSpPr>
        <p:spPr>
          <a:xfrm>
            <a:off x="2574000" y="2378475"/>
            <a:ext cx="18549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77" name="Google Shape;77;p16"/>
          <p:cNvSpPr txBox="1"/>
          <p:nvPr>
            <p:ph idx="7" type="subTitle"/>
          </p:nvPr>
        </p:nvSpPr>
        <p:spPr>
          <a:xfrm>
            <a:off x="4806538" y="2378475"/>
            <a:ext cx="18228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78" name="Google Shape;78;p16"/>
          <p:cNvSpPr txBox="1"/>
          <p:nvPr>
            <p:ph idx="8" type="subTitle"/>
          </p:nvPr>
        </p:nvSpPr>
        <p:spPr>
          <a:xfrm>
            <a:off x="7007100" y="2378475"/>
            <a:ext cx="18228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_1_1_1_2">
    <p:spTree>
      <p:nvGrpSpPr>
        <p:cNvPr id="79" name="Shape 79"/>
        <p:cNvGrpSpPr/>
        <p:nvPr/>
      </p:nvGrpSpPr>
      <p:grpSpPr>
        <a:xfrm>
          <a:off x="0" y="0"/>
          <a:ext cx="0" cy="0"/>
          <a:chOff x="0" y="0"/>
          <a:chExt cx="0" cy="0"/>
        </a:xfrm>
      </p:grpSpPr>
      <p:sp>
        <p:nvSpPr>
          <p:cNvPr id="80" name="Google Shape;80;p17"/>
          <p:cNvSpPr txBox="1"/>
          <p:nvPr>
            <p:ph type="title"/>
          </p:nvPr>
        </p:nvSpPr>
        <p:spPr>
          <a:xfrm>
            <a:off x="228600" y="741875"/>
            <a:ext cx="6480300" cy="415500"/>
          </a:xfrm>
          <a:prstGeom prst="rect">
            <a:avLst/>
          </a:prstGeom>
        </p:spPr>
        <p:txBody>
          <a:bodyPr anchorCtr="0" anchor="t" bIns="0" lIns="0" spcFirstLastPara="1" rIns="0" wrap="square" tIns="0">
            <a:spAutoFit/>
          </a:bodyPr>
          <a:lstStyle>
            <a:lvl1pPr lvl="0">
              <a:spcBef>
                <a:spcPts val="0"/>
              </a:spcBef>
              <a:spcAft>
                <a:spcPts val="0"/>
              </a:spcAft>
              <a:buNone/>
              <a:defRPr sz="3000">
                <a:latin typeface="Plus Jakarta Sans Medium"/>
                <a:ea typeface="Plus Jakarta Sans Medium"/>
                <a:cs typeface="Plus Jakarta Sans Medium"/>
                <a:sym typeface="Plus Jakarta Sans Medium"/>
              </a:defRPr>
            </a:lvl1pPr>
            <a:lvl2pPr lvl="1">
              <a:spcBef>
                <a:spcPts val="0"/>
              </a:spcBef>
              <a:spcAft>
                <a:spcPts val="0"/>
              </a:spcAft>
              <a:buNone/>
              <a:defRPr sz="3000">
                <a:latin typeface="Plus Jakarta Sans Medium"/>
                <a:ea typeface="Plus Jakarta Sans Medium"/>
                <a:cs typeface="Plus Jakarta Sans Medium"/>
                <a:sym typeface="Plus Jakarta Sans Medium"/>
              </a:defRPr>
            </a:lvl2pPr>
            <a:lvl3pPr lvl="2">
              <a:spcBef>
                <a:spcPts val="0"/>
              </a:spcBef>
              <a:spcAft>
                <a:spcPts val="0"/>
              </a:spcAft>
              <a:buNone/>
              <a:defRPr sz="3000">
                <a:latin typeface="Plus Jakarta Sans Medium"/>
                <a:ea typeface="Plus Jakarta Sans Medium"/>
                <a:cs typeface="Plus Jakarta Sans Medium"/>
                <a:sym typeface="Plus Jakarta Sans Medium"/>
              </a:defRPr>
            </a:lvl3pPr>
            <a:lvl4pPr lvl="3">
              <a:spcBef>
                <a:spcPts val="0"/>
              </a:spcBef>
              <a:spcAft>
                <a:spcPts val="0"/>
              </a:spcAft>
              <a:buNone/>
              <a:defRPr sz="3000">
                <a:latin typeface="Plus Jakarta Sans Medium"/>
                <a:ea typeface="Plus Jakarta Sans Medium"/>
                <a:cs typeface="Plus Jakarta Sans Medium"/>
                <a:sym typeface="Plus Jakarta Sans Medium"/>
              </a:defRPr>
            </a:lvl4pPr>
            <a:lvl5pPr lvl="4">
              <a:spcBef>
                <a:spcPts val="0"/>
              </a:spcBef>
              <a:spcAft>
                <a:spcPts val="0"/>
              </a:spcAft>
              <a:buNone/>
              <a:defRPr sz="3000">
                <a:latin typeface="Plus Jakarta Sans Medium"/>
                <a:ea typeface="Plus Jakarta Sans Medium"/>
                <a:cs typeface="Plus Jakarta Sans Medium"/>
                <a:sym typeface="Plus Jakarta Sans Medium"/>
              </a:defRPr>
            </a:lvl5pPr>
            <a:lvl6pPr lvl="5">
              <a:spcBef>
                <a:spcPts val="0"/>
              </a:spcBef>
              <a:spcAft>
                <a:spcPts val="0"/>
              </a:spcAft>
              <a:buNone/>
              <a:defRPr sz="3000">
                <a:latin typeface="Plus Jakarta Sans Medium"/>
                <a:ea typeface="Plus Jakarta Sans Medium"/>
                <a:cs typeface="Plus Jakarta Sans Medium"/>
                <a:sym typeface="Plus Jakarta Sans Medium"/>
              </a:defRPr>
            </a:lvl6pPr>
            <a:lvl7pPr lvl="6">
              <a:spcBef>
                <a:spcPts val="0"/>
              </a:spcBef>
              <a:spcAft>
                <a:spcPts val="0"/>
              </a:spcAft>
              <a:buNone/>
              <a:defRPr sz="3000">
                <a:latin typeface="Plus Jakarta Sans Medium"/>
                <a:ea typeface="Plus Jakarta Sans Medium"/>
                <a:cs typeface="Plus Jakarta Sans Medium"/>
                <a:sym typeface="Plus Jakarta Sans Medium"/>
              </a:defRPr>
            </a:lvl7pPr>
            <a:lvl8pPr lvl="7">
              <a:spcBef>
                <a:spcPts val="0"/>
              </a:spcBef>
              <a:spcAft>
                <a:spcPts val="0"/>
              </a:spcAft>
              <a:buNone/>
              <a:defRPr sz="3000">
                <a:latin typeface="Plus Jakarta Sans Medium"/>
                <a:ea typeface="Plus Jakarta Sans Medium"/>
                <a:cs typeface="Plus Jakarta Sans Medium"/>
                <a:sym typeface="Plus Jakarta Sans Medium"/>
              </a:defRPr>
            </a:lvl8pPr>
            <a:lvl9pPr lvl="8">
              <a:spcBef>
                <a:spcPts val="0"/>
              </a:spcBef>
              <a:spcAft>
                <a:spcPts val="0"/>
              </a:spcAft>
              <a:buNone/>
              <a:defRPr sz="3000">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_1_1_1_1_1_1_1_1_1">
    <p:spTree>
      <p:nvGrpSpPr>
        <p:cNvPr id="81" name="Shape 81"/>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1">
  <p:cSld name="BLANK_1_1_1_1_1_1_1_1_1_1_3">
    <p:spTree>
      <p:nvGrpSpPr>
        <p:cNvPr id="82" name="Shape 82"/>
        <p:cNvGrpSpPr/>
        <p:nvPr/>
      </p:nvGrpSpPr>
      <p:grpSpPr>
        <a:xfrm>
          <a:off x="0" y="0"/>
          <a:ext cx="0" cy="0"/>
          <a:chOff x="0" y="0"/>
          <a:chExt cx="0" cy="0"/>
        </a:xfrm>
      </p:grpSpPr>
      <p:sp>
        <p:nvSpPr>
          <p:cNvPr id="83" name="Google Shape;83;p19"/>
          <p:cNvSpPr/>
          <p:nvPr/>
        </p:nvSpPr>
        <p:spPr>
          <a:xfrm>
            <a:off x="228600" y="632050"/>
            <a:ext cx="8686800" cy="3539400"/>
          </a:xfrm>
          <a:prstGeom prst="roundRect">
            <a:avLst>
              <a:gd fmla="val 5122"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84" name="Google Shape;84;p19"/>
          <p:cNvSpPr/>
          <p:nvPr/>
        </p:nvSpPr>
        <p:spPr>
          <a:xfrm>
            <a:off x="0" y="4400100"/>
            <a:ext cx="9144000" cy="743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Plus Jakarta Sans"/>
              <a:ea typeface="Plus Jakarta Sans"/>
              <a:cs typeface="Plus Jakarta Sans"/>
              <a:sym typeface="Plus Jakarta Sans"/>
            </a:endParaRPr>
          </a:p>
        </p:txBody>
      </p:sp>
      <p:sp>
        <p:nvSpPr>
          <p:cNvPr id="85" name="Google Shape;85;p19"/>
          <p:cNvSpPr txBox="1"/>
          <p:nvPr>
            <p:ph idx="1" type="subTitle"/>
          </p:nvPr>
        </p:nvSpPr>
        <p:spPr>
          <a:xfrm>
            <a:off x="228600" y="4619400"/>
            <a:ext cx="1231800" cy="3048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000"/>
              <a:buFont typeface="Inter"/>
              <a:buNone/>
              <a:defRPr sz="1000">
                <a:solidFill>
                  <a:schemeClr val="lt2"/>
                </a:solidFill>
              </a:defRPr>
            </a:lvl1pPr>
            <a:lvl2pPr lvl="1">
              <a:spcBef>
                <a:spcPts val="0"/>
              </a:spcBef>
              <a:spcAft>
                <a:spcPts val="0"/>
              </a:spcAft>
              <a:buClr>
                <a:schemeClr val="lt2"/>
              </a:buClr>
              <a:buSzPts val="1000"/>
              <a:buFont typeface="Inter"/>
              <a:buNone/>
              <a:defRPr sz="1000">
                <a:solidFill>
                  <a:schemeClr val="lt2"/>
                </a:solidFill>
              </a:defRPr>
            </a:lvl2pPr>
            <a:lvl3pPr lvl="2">
              <a:spcBef>
                <a:spcPts val="0"/>
              </a:spcBef>
              <a:spcAft>
                <a:spcPts val="0"/>
              </a:spcAft>
              <a:buClr>
                <a:schemeClr val="lt2"/>
              </a:buClr>
              <a:buSzPts val="1000"/>
              <a:buFont typeface="Inter"/>
              <a:buNone/>
              <a:defRPr sz="1000">
                <a:solidFill>
                  <a:schemeClr val="lt2"/>
                </a:solidFill>
              </a:defRPr>
            </a:lvl3pPr>
            <a:lvl4pPr lvl="3">
              <a:spcBef>
                <a:spcPts val="0"/>
              </a:spcBef>
              <a:spcAft>
                <a:spcPts val="0"/>
              </a:spcAft>
              <a:buClr>
                <a:schemeClr val="lt2"/>
              </a:buClr>
              <a:buSzPts val="1000"/>
              <a:buFont typeface="Inter"/>
              <a:buNone/>
              <a:defRPr sz="1000">
                <a:solidFill>
                  <a:schemeClr val="lt2"/>
                </a:solidFill>
              </a:defRPr>
            </a:lvl4pPr>
            <a:lvl5pPr lvl="4">
              <a:spcBef>
                <a:spcPts val="0"/>
              </a:spcBef>
              <a:spcAft>
                <a:spcPts val="0"/>
              </a:spcAft>
              <a:buClr>
                <a:schemeClr val="lt2"/>
              </a:buClr>
              <a:buSzPts val="1000"/>
              <a:buFont typeface="Inter"/>
              <a:buNone/>
              <a:defRPr sz="1000">
                <a:solidFill>
                  <a:schemeClr val="lt2"/>
                </a:solidFill>
              </a:defRPr>
            </a:lvl5pPr>
            <a:lvl6pPr lvl="5">
              <a:spcBef>
                <a:spcPts val="0"/>
              </a:spcBef>
              <a:spcAft>
                <a:spcPts val="0"/>
              </a:spcAft>
              <a:buClr>
                <a:schemeClr val="lt2"/>
              </a:buClr>
              <a:buSzPts val="1000"/>
              <a:buFont typeface="Inter"/>
              <a:buNone/>
              <a:defRPr sz="1000">
                <a:solidFill>
                  <a:schemeClr val="lt2"/>
                </a:solidFill>
              </a:defRPr>
            </a:lvl6pPr>
            <a:lvl7pPr lvl="6">
              <a:spcBef>
                <a:spcPts val="0"/>
              </a:spcBef>
              <a:spcAft>
                <a:spcPts val="0"/>
              </a:spcAft>
              <a:buClr>
                <a:schemeClr val="lt2"/>
              </a:buClr>
              <a:buSzPts val="1000"/>
              <a:buFont typeface="Inter"/>
              <a:buNone/>
              <a:defRPr sz="1000">
                <a:solidFill>
                  <a:schemeClr val="lt2"/>
                </a:solidFill>
              </a:defRPr>
            </a:lvl7pPr>
            <a:lvl8pPr lvl="7">
              <a:spcBef>
                <a:spcPts val="0"/>
              </a:spcBef>
              <a:spcAft>
                <a:spcPts val="0"/>
              </a:spcAft>
              <a:buClr>
                <a:schemeClr val="lt2"/>
              </a:buClr>
              <a:buSzPts val="1000"/>
              <a:buFont typeface="Inter"/>
              <a:buNone/>
              <a:defRPr sz="1000">
                <a:solidFill>
                  <a:schemeClr val="lt2"/>
                </a:solidFill>
              </a:defRPr>
            </a:lvl8pPr>
            <a:lvl9pPr lvl="8">
              <a:spcBef>
                <a:spcPts val="0"/>
              </a:spcBef>
              <a:spcAft>
                <a:spcPts val="0"/>
              </a:spcAft>
              <a:buClr>
                <a:schemeClr val="lt2"/>
              </a:buClr>
              <a:buSzPts val="1000"/>
              <a:buFont typeface="Inter"/>
              <a:buNone/>
              <a:defRPr sz="1000">
                <a:solidFill>
                  <a:schemeClr val="lt2"/>
                </a:solidFill>
              </a:defRPr>
            </a:lvl9pPr>
          </a:lstStyle>
          <a:p/>
        </p:txBody>
      </p:sp>
      <p:sp>
        <p:nvSpPr>
          <p:cNvPr id="86" name="Google Shape;86;p19"/>
          <p:cNvSpPr txBox="1"/>
          <p:nvPr>
            <p:ph idx="2" type="body"/>
          </p:nvPr>
        </p:nvSpPr>
        <p:spPr>
          <a:xfrm>
            <a:off x="378975" y="788021"/>
            <a:ext cx="3990900" cy="32106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87" name="Google Shape;87;p19"/>
          <p:cNvSpPr txBox="1"/>
          <p:nvPr>
            <p:ph idx="3" type="body"/>
          </p:nvPr>
        </p:nvSpPr>
        <p:spPr>
          <a:xfrm>
            <a:off x="4774123" y="788021"/>
            <a:ext cx="3990900" cy="32106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2">
  <p:cSld name="BLANK_1_1_1_1_1_1_1_1_1_1_3_1">
    <p:spTree>
      <p:nvGrpSpPr>
        <p:cNvPr id="88" name="Shape 88"/>
        <p:cNvGrpSpPr/>
        <p:nvPr/>
      </p:nvGrpSpPr>
      <p:grpSpPr>
        <a:xfrm>
          <a:off x="0" y="0"/>
          <a:ext cx="0" cy="0"/>
          <a:chOff x="0" y="0"/>
          <a:chExt cx="0" cy="0"/>
        </a:xfrm>
      </p:grpSpPr>
      <p:sp>
        <p:nvSpPr>
          <p:cNvPr id="89" name="Google Shape;89;p20"/>
          <p:cNvSpPr/>
          <p:nvPr/>
        </p:nvSpPr>
        <p:spPr>
          <a:xfrm>
            <a:off x="0" y="4400100"/>
            <a:ext cx="9144000" cy="743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Plus Jakarta Sans"/>
              <a:ea typeface="Plus Jakarta Sans"/>
              <a:cs typeface="Plus Jakarta Sans"/>
              <a:sym typeface="Plus Jakarta Sans"/>
            </a:endParaRPr>
          </a:p>
        </p:txBody>
      </p:sp>
      <p:sp>
        <p:nvSpPr>
          <p:cNvPr id="90" name="Google Shape;90;p20"/>
          <p:cNvSpPr txBox="1"/>
          <p:nvPr>
            <p:ph idx="1" type="subTitle"/>
          </p:nvPr>
        </p:nvSpPr>
        <p:spPr>
          <a:xfrm>
            <a:off x="228600" y="4619400"/>
            <a:ext cx="1231800" cy="3048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000"/>
              <a:buFont typeface="Inter"/>
              <a:buNone/>
              <a:defRPr sz="1000">
                <a:solidFill>
                  <a:schemeClr val="lt2"/>
                </a:solidFill>
              </a:defRPr>
            </a:lvl1pPr>
            <a:lvl2pPr lvl="1">
              <a:spcBef>
                <a:spcPts val="0"/>
              </a:spcBef>
              <a:spcAft>
                <a:spcPts val="0"/>
              </a:spcAft>
              <a:buClr>
                <a:schemeClr val="lt2"/>
              </a:buClr>
              <a:buSzPts val="1000"/>
              <a:buFont typeface="Inter"/>
              <a:buNone/>
              <a:defRPr sz="1000">
                <a:solidFill>
                  <a:schemeClr val="lt2"/>
                </a:solidFill>
              </a:defRPr>
            </a:lvl2pPr>
            <a:lvl3pPr lvl="2">
              <a:spcBef>
                <a:spcPts val="0"/>
              </a:spcBef>
              <a:spcAft>
                <a:spcPts val="0"/>
              </a:spcAft>
              <a:buClr>
                <a:schemeClr val="lt2"/>
              </a:buClr>
              <a:buSzPts val="1000"/>
              <a:buFont typeface="Inter"/>
              <a:buNone/>
              <a:defRPr sz="1000">
                <a:solidFill>
                  <a:schemeClr val="lt2"/>
                </a:solidFill>
              </a:defRPr>
            </a:lvl3pPr>
            <a:lvl4pPr lvl="3">
              <a:spcBef>
                <a:spcPts val="0"/>
              </a:spcBef>
              <a:spcAft>
                <a:spcPts val="0"/>
              </a:spcAft>
              <a:buClr>
                <a:schemeClr val="lt2"/>
              </a:buClr>
              <a:buSzPts val="1000"/>
              <a:buFont typeface="Inter"/>
              <a:buNone/>
              <a:defRPr sz="1000">
                <a:solidFill>
                  <a:schemeClr val="lt2"/>
                </a:solidFill>
              </a:defRPr>
            </a:lvl4pPr>
            <a:lvl5pPr lvl="4">
              <a:spcBef>
                <a:spcPts val="0"/>
              </a:spcBef>
              <a:spcAft>
                <a:spcPts val="0"/>
              </a:spcAft>
              <a:buClr>
                <a:schemeClr val="lt2"/>
              </a:buClr>
              <a:buSzPts val="1000"/>
              <a:buFont typeface="Inter"/>
              <a:buNone/>
              <a:defRPr sz="1000">
                <a:solidFill>
                  <a:schemeClr val="lt2"/>
                </a:solidFill>
              </a:defRPr>
            </a:lvl5pPr>
            <a:lvl6pPr lvl="5">
              <a:spcBef>
                <a:spcPts val="0"/>
              </a:spcBef>
              <a:spcAft>
                <a:spcPts val="0"/>
              </a:spcAft>
              <a:buClr>
                <a:schemeClr val="lt2"/>
              </a:buClr>
              <a:buSzPts val="1000"/>
              <a:buFont typeface="Inter"/>
              <a:buNone/>
              <a:defRPr sz="1000">
                <a:solidFill>
                  <a:schemeClr val="lt2"/>
                </a:solidFill>
              </a:defRPr>
            </a:lvl6pPr>
            <a:lvl7pPr lvl="6">
              <a:spcBef>
                <a:spcPts val="0"/>
              </a:spcBef>
              <a:spcAft>
                <a:spcPts val="0"/>
              </a:spcAft>
              <a:buClr>
                <a:schemeClr val="lt2"/>
              </a:buClr>
              <a:buSzPts val="1000"/>
              <a:buFont typeface="Inter"/>
              <a:buNone/>
              <a:defRPr sz="1000">
                <a:solidFill>
                  <a:schemeClr val="lt2"/>
                </a:solidFill>
              </a:defRPr>
            </a:lvl7pPr>
            <a:lvl8pPr lvl="7">
              <a:spcBef>
                <a:spcPts val="0"/>
              </a:spcBef>
              <a:spcAft>
                <a:spcPts val="0"/>
              </a:spcAft>
              <a:buClr>
                <a:schemeClr val="lt2"/>
              </a:buClr>
              <a:buSzPts val="1000"/>
              <a:buFont typeface="Inter"/>
              <a:buNone/>
              <a:defRPr sz="1000">
                <a:solidFill>
                  <a:schemeClr val="lt2"/>
                </a:solidFill>
              </a:defRPr>
            </a:lvl8pPr>
            <a:lvl9pPr lvl="8">
              <a:spcBef>
                <a:spcPts val="0"/>
              </a:spcBef>
              <a:spcAft>
                <a:spcPts val="0"/>
              </a:spcAft>
              <a:buClr>
                <a:schemeClr val="lt2"/>
              </a:buClr>
              <a:buSzPts val="1000"/>
              <a:buFont typeface="Inter"/>
              <a:buNone/>
              <a:defRPr sz="1000">
                <a:solidFill>
                  <a:schemeClr val="lt2"/>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BLANK_1_1_1_1_1_1_1_1_1_1_2">
    <p:spTree>
      <p:nvGrpSpPr>
        <p:cNvPr id="91" name="Shape 91"/>
        <p:cNvGrpSpPr/>
        <p:nvPr/>
      </p:nvGrpSpPr>
      <p:grpSpPr>
        <a:xfrm>
          <a:off x="0" y="0"/>
          <a:ext cx="0" cy="0"/>
          <a:chOff x="0" y="0"/>
          <a:chExt cx="0" cy="0"/>
        </a:xfrm>
      </p:grpSpPr>
      <p:sp>
        <p:nvSpPr>
          <p:cNvPr id="92" name="Google Shape;92;p21"/>
          <p:cNvSpPr txBox="1"/>
          <p:nvPr>
            <p:ph idx="1" type="subTitle"/>
          </p:nvPr>
        </p:nvSpPr>
        <p:spPr>
          <a:xfrm>
            <a:off x="927475" y="1269700"/>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93" name="Google Shape;93;p21"/>
          <p:cNvSpPr txBox="1"/>
          <p:nvPr>
            <p:ph idx="2" type="subTitle"/>
          </p:nvPr>
        </p:nvSpPr>
        <p:spPr>
          <a:xfrm>
            <a:off x="927475" y="2073125"/>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94" name="Google Shape;94;p21"/>
          <p:cNvSpPr txBox="1"/>
          <p:nvPr>
            <p:ph idx="3" type="subTitle"/>
          </p:nvPr>
        </p:nvSpPr>
        <p:spPr>
          <a:xfrm>
            <a:off x="927475" y="2891300"/>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95" name="Google Shape;95;p21"/>
          <p:cNvSpPr txBox="1"/>
          <p:nvPr>
            <p:ph idx="4" type="subTitle"/>
          </p:nvPr>
        </p:nvSpPr>
        <p:spPr>
          <a:xfrm>
            <a:off x="927475" y="3692625"/>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96" name="Google Shape;96;p21"/>
          <p:cNvSpPr txBox="1"/>
          <p:nvPr>
            <p:ph idx="5" type="subTitle"/>
          </p:nvPr>
        </p:nvSpPr>
        <p:spPr>
          <a:xfrm>
            <a:off x="228600" y="1269700"/>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1pPr>
            <a:lvl2pPr lvl="1">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9pPr>
          </a:lstStyle>
          <a:p/>
        </p:txBody>
      </p:sp>
      <p:sp>
        <p:nvSpPr>
          <p:cNvPr id="97" name="Google Shape;97;p21"/>
          <p:cNvSpPr txBox="1"/>
          <p:nvPr>
            <p:ph idx="6" type="subTitle"/>
          </p:nvPr>
        </p:nvSpPr>
        <p:spPr>
          <a:xfrm>
            <a:off x="228600" y="2073125"/>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
        <p:nvSpPr>
          <p:cNvPr id="98" name="Google Shape;98;p21"/>
          <p:cNvSpPr txBox="1"/>
          <p:nvPr>
            <p:ph idx="7" type="subTitle"/>
          </p:nvPr>
        </p:nvSpPr>
        <p:spPr>
          <a:xfrm>
            <a:off x="228600" y="2891300"/>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
        <p:nvSpPr>
          <p:cNvPr id="99" name="Google Shape;99;p21"/>
          <p:cNvSpPr txBox="1"/>
          <p:nvPr>
            <p:ph idx="8" type="subTitle"/>
          </p:nvPr>
        </p:nvSpPr>
        <p:spPr>
          <a:xfrm>
            <a:off x="228600" y="3692625"/>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deas">
  <p:cSld name="BLANK_1_1_1_1_1_1_1_1_1_1_1_1_1_2">
    <p:spTree>
      <p:nvGrpSpPr>
        <p:cNvPr id="100" name="Shape 100"/>
        <p:cNvGrpSpPr/>
        <p:nvPr/>
      </p:nvGrpSpPr>
      <p:grpSpPr>
        <a:xfrm>
          <a:off x="0" y="0"/>
          <a:ext cx="0" cy="0"/>
          <a:chOff x="0" y="0"/>
          <a:chExt cx="0" cy="0"/>
        </a:xfrm>
      </p:grpSpPr>
      <p:sp>
        <p:nvSpPr>
          <p:cNvPr id="101" name="Google Shape;101;p22"/>
          <p:cNvSpPr txBox="1"/>
          <p:nvPr>
            <p:ph type="title"/>
          </p:nvPr>
        </p:nvSpPr>
        <p:spPr>
          <a:xfrm>
            <a:off x="228300" y="921925"/>
            <a:ext cx="3236700" cy="277200"/>
          </a:xfrm>
          <a:prstGeom prst="rect">
            <a:avLst/>
          </a:prstGeom>
        </p:spPr>
        <p:txBody>
          <a:bodyPr anchorCtr="0" anchor="ctr" bIns="0" lIns="0" spcFirstLastPara="1" rIns="0" wrap="square" tIns="0">
            <a:noAutofit/>
          </a:bodyPr>
          <a:lstStyle>
            <a:lvl1pPr lvl="0">
              <a:spcBef>
                <a:spcPts val="0"/>
              </a:spcBef>
              <a:spcAft>
                <a:spcPts val="0"/>
              </a:spcAft>
              <a:buNone/>
              <a:defRPr sz="1800">
                <a:latin typeface="Plus Jakarta Sans Medium"/>
                <a:ea typeface="Plus Jakarta Sans Medium"/>
                <a:cs typeface="Plus Jakarta Sans Medium"/>
                <a:sym typeface="Plus Jakarta Sans Medium"/>
              </a:defRPr>
            </a:lvl1pPr>
            <a:lvl2pPr lvl="1">
              <a:spcBef>
                <a:spcPts val="0"/>
              </a:spcBef>
              <a:spcAft>
                <a:spcPts val="0"/>
              </a:spcAft>
              <a:buNone/>
              <a:defRPr sz="1800">
                <a:latin typeface="Plus Jakarta Sans Medium"/>
                <a:ea typeface="Plus Jakarta Sans Medium"/>
                <a:cs typeface="Plus Jakarta Sans Medium"/>
                <a:sym typeface="Plus Jakarta Sans Medium"/>
              </a:defRPr>
            </a:lvl2pPr>
            <a:lvl3pPr lvl="2">
              <a:spcBef>
                <a:spcPts val="0"/>
              </a:spcBef>
              <a:spcAft>
                <a:spcPts val="0"/>
              </a:spcAft>
              <a:buNone/>
              <a:defRPr sz="1800">
                <a:latin typeface="Plus Jakarta Sans Medium"/>
                <a:ea typeface="Plus Jakarta Sans Medium"/>
                <a:cs typeface="Plus Jakarta Sans Medium"/>
                <a:sym typeface="Plus Jakarta Sans Medium"/>
              </a:defRPr>
            </a:lvl3pPr>
            <a:lvl4pPr lvl="3">
              <a:spcBef>
                <a:spcPts val="0"/>
              </a:spcBef>
              <a:spcAft>
                <a:spcPts val="0"/>
              </a:spcAft>
              <a:buNone/>
              <a:defRPr sz="1800">
                <a:latin typeface="Plus Jakarta Sans Medium"/>
                <a:ea typeface="Plus Jakarta Sans Medium"/>
                <a:cs typeface="Plus Jakarta Sans Medium"/>
                <a:sym typeface="Plus Jakarta Sans Medium"/>
              </a:defRPr>
            </a:lvl4pPr>
            <a:lvl5pPr lvl="4">
              <a:spcBef>
                <a:spcPts val="0"/>
              </a:spcBef>
              <a:spcAft>
                <a:spcPts val="0"/>
              </a:spcAft>
              <a:buNone/>
              <a:defRPr sz="1800">
                <a:latin typeface="Plus Jakarta Sans Medium"/>
                <a:ea typeface="Plus Jakarta Sans Medium"/>
                <a:cs typeface="Plus Jakarta Sans Medium"/>
                <a:sym typeface="Plus Jakarta Sans Medium"/>
              </a:defRPr>
            </a:lvl5pPr>
            <a:lvl6pPr lvl="5">
              <a:spcBef>
                <a:spcPts val="0"/>
              </a:spcBef>
              <a:spcAft>
                <a:spcPts val="0"/>
              </a:spcAft>
              <a:buNone/>
              <a:defRPr sz="1800">
                <a:latin typeface="Plus Jakarta Sans Medium"/>
                <a:ea typeface="Plus Jakarta Sans Medium"/>
                <a:cs typeface="Plus Jakarta Sans Medium"/>
                <a:sym typeface="Plus Jakarta Sans Medium"/>
              </a:defRPr>
            </a:lvl6pPr>
            <a:lvl7pPr lvl="6">
              <a:spcBef>
                <a:spcPts val="0"/>
              </a:spcBef>
              <a:spcAft>
                <a:spcPts val="0"/>
              </a:spcAft>
              <a:buNone/>
              <a:defRPr sz="1800">
                <a:latin typeface="Plus Jakarta Sans Medium"/>
                <a:ea typeface="Plus Jakarta Sans Medium"/>
                <a:cs typeface="Plus Jakarta Sans Medium"/>
                <a:sym typeface="Plus Jakarta Sans Medium"/>
              </a:defRPr>
            </a:lvl7pPr>
            <a:lvl8pPr lvl="7">
              <a:spcBef>
                <a:spcPts val="0"/>
              </a:spcBef>
              <a:spcAft>
                <a:spcPts val="0"/>
              </a:spcAft>
              <a:buNone/>
              <a:defRPr sz="1800">
                <a:latin typeface="Plus Jakarta Sans Medium"/>
                <a:ea typeface="Plus Jakarta Sans Medium"/>
                <a:cs typeface="Plus Jakarta Sans Medium"/>
                <a:sym typeface="Plus Jakarta Sans Medium"/>
              </a:defRPr>
            </a:lvl8pPr>
            <a:lvl9pPr lvl="8">
              <a:spcBef>
                <a:spcPts val="0"/>
              </a:spcBef>
              <a:spcAft>
                <a:spcPts val="0"/>
              </a:spcAft>
              <a:buNone/>
              <a:defRPr sz="1800">
                <a:latin typeface="Plus Jakarta Sans Medium"/>
                <a:ea typeface="Plus Jakarta Sans Medium"/>
                <a:cs typeface="Plus Jakarta Sans Medium"/>
                <a:sym typeface="Plus Jakarta Sans Medium"/>
              </a:defRPr>
            </a:lvl9pPr>
          </a:lstStyle>
          <a:p/>
        </p:txBody>
      </p:sp>
      <p:sp>
        <p:nvSpPr>
          <p:cNvPr id="102" name="Google Shape;102;p22"/>
          <p:cNvSpPr txBox="1"/>
          <p:nvPr>
            <p:ph idx="2" type="title"/>
          </p:nvPr>
        </p:nvSpPr>
        <p:spPr>
          <a:xfrm>
            <a:off x="4788000" y="917325"/>
            <a:ext cx="3236700" cy="277200"/>
          </a:xfrm>
          <a:prstGeom prst="rect">
            <a:avLst/>
          </a:prstGeom>
        </p:spPr>
        <p:txBody>
          <a:bodyPr anchorCtr="0" anchor="ctr" bIns="0" lIns="0" spcFirstLastPara="1" rIns="0" wrap="square" tIns="0">
            <a:noAutofit/>
          </a:bodyPr>
          <a:lstStyle>
            <a:lvl1pPr lvl="0">
              <a:spcBef>
                <a:spcPts val="0"/>
              </a:spcBef>
              <a:spcAft>
                <a:spcPts val="0"/>
              </a:spcAft>
              <a:buNone/>
              <a:defRPr sz="1800">
                <a:latin typeface="Plus Jakarta Sans Medium"/>
                <a:ea typeface="Plus Jakarta Sans Medium"/>
                <a:cs typeface="Plus Jakarta Sans Medium"/>
                <a:sym typeface="Plus Jakarta Sans Medium"/>
              </a:defRPr>
            </a:lvl1pPr>
            <a:lvl2pPr lvl="1">
              <a:spcBef>
                <a:spcPts val="0"/>
              </a:spcBef>
              <a:spcAft>
                <a:spcPts val="0"/>
              </a:spcAft>
              <a:buNone/>
              <a:defRPr sz="1800">
                <a:latin typeface="Plus Jakarta Sans Medium"/>
                <a:ea typeface="Plus Jakarta Sans Medium"/>
                <a:cs typeface="Plus Jakarta Sans Medium"/>
                <a:sym typeface="Plus Jakarta Sans Medium"/>
              </a:defRPr>
            </a:lvl2pPr>
            <a:lvl3pPr lvl="2">
              <a:spcBef>
                <a:spcPts val="0"/>
              </a:spcBef>
              <a:spcAft>
                <a:spcPts val="0"/>
              </a:spcAft>
              <a:buNone/>
              <a:defRPr sz="1800">
                <a:latin typeface="Plus Jakarta Sans Medium"/>
                <a:ea typeface="Plus Jakarta Sans Medium"/>
                <a:cs typeface="Plus Jakarta Sans Medium"/>
                <a:sym typeface="Plus Jakarta Sans Medium"/>
              </a:defRPr>
            </a:lvl3pPr>
            <a:lvl4pPr lvl="3">
              <a:spcBef>
                <a:spcPts val="0"/>
              </a:spcBef>
              <a:spcAft>
                <a:spcPts val="0"/>
              </a:spcAft>
              <a:buNone/>
              <a:defRPr sz="1800">
                <a:latin typeface="Plus Jakarta Sans Medium"/>
                <a:ea typeface="Plus Jakarta Sans Medium"/>
                <a:cs typeface="Plus Jakarta Sans Medium"/>
                <a:sym typeface="Plus Jakarta Sans Medium"/>
              </a:defRPr>
            </a:lvl4pPr>
            <a:lvl5pPr lvl="4">
              <a:spcBef>
                <a:spcPts val="0"/>
              </a:spcBef>
              <a:spcAft>
                <a:spcPts val="0"/>
              </a:spcAft>
              <a:buNone/>
              <a:defRPr sz="1800">
                <a:latin typeface="Plus Jakarta Sans Medium"/>
                <a:ea typeface="Plus Jakarta Sans Medium"/>
                <a:cs typeface="Plus Jakarta Sans Medium"/>
                <a:sym typeface="Plus Jakarta Sans Medium"/>
              </a:defRPr>
            </a:lvl5pPr>
            <a:lvl6pPr lvl="5">
              <a:spcBef>
                <a:spcPts val="0"/>
              </a:spcBef>
              <a:spcAft>
                <a:spcPts val="0"/>
              </a:spcAft>
              <a:buNone/>
              <a:defRPr sz="1800">
                <a:latin typeface="Plus Jakarta Sans Medium"/>
                <a:ea typeface="Plus Jakarta Sans Medium"/>
                <a:cs typeface="Plus Jakarta Sans Medium"/>
                <a:sym typeface="Plus Jakarta Sans Medium"/>
              </a:defRPr>
            </a:lvl6pPr>
            <a:lvl7pPr lvl="6">
              <a:spcBef>
                <a:spcPts val="0"/>
              </a:spcBef>
              <a:spcAft>
                <a:spcPts val="0"/>
              </a:spcAft>
              <a:buNone/>
              <a:defRPr sz="1800">
                <a:latin typeface="Plus Jakarta Sans Medium"/>
                <a:ea typeface="Plus Jakarta Sans Medium"/>
                <a:cs typeface="Plus Jakarta Sans Medium"/>
                <a:sym typeface="Plus Jakarta Sans Medium"/>
              </a:defRPr>
            </a:lvl7pPr>
            <a:lvl8pPr lvl="7">
              <a:spcBef>
                <a:spcPts val="0"/>
              </a:spcBef>
              <a:spcAft>
                <a:spcPts val="0"/>
              </a:spcAft>
              <a:buNone/>
              <a:defRPr sz="1800">
                <a:latin typeface="Plus Jakarta Sans Medium"/>
                <a:ea typeface="Plus Jakarta Sans Medium"/>
                <a:cs typeface="Plus Jakarta Sans Medium"/>
                <a:sym typeface="Plus Jakarta Sans Medium"/>
              </a:defRPr>
            </a:lvl8pPr>
            <a:lvl9pPr lvl="8">
              <a:spcBef>
                <a:spcPts val="0"/>
              </a:spcBef>
              <a:spcAft>
                <a:spcPts val="0"/>
              </a:spcAft>
              <a:buNone/>
              <a:defRPr sz="1800">
                <a:latin typeface="Plus Jakarta Sans Medium"/>
                <a:ea typeface="Plus Jakarta Sans Medium"/>
                <a:cs typeface="Plus Jakarta Sans Medium"/>
                <a:sym typeface="Plus Jakarta Sans Medium"/>
              </a:defRPr>
            </a:lvl9pPr>
          </a:lstStyle>
          <a:p/>
        </p:txBody>
      </p:sp>
      <p:sp>
        <p:nvSpPr>
          <p:cNvPr id="103" name="Google Shape;103;p22"/>
          <p:cNvSpPr txBox="1"/>
          <p:nvPr>
            <p:ph idx="1" type="body"/>
          </p:nvPr>
        </p:nvSpPr>
        <p:spPr>
          <a:xfrm>
            <a:off x="228600" y="1345400"/>
            <a:ext cx="4134300" cy="1104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04" name="Google Shape;104;p22"/>
          <p:cNvSpPr txBox="1"/>
          <p:nvPr>
            <p:ph idx="3" type="body"/>
          </p:nvPr>
        </p:nvSpPr>
        <p:spPr>
          <a:xfrm>
            <a:off x="4781100" y="1345400"/>
            <a:ext cx="4134300" cy="11040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05" name="Google Shape;105;p22"/>
          <p:cNvSpPr txBox="1"/>
          <p:nvPr>
            <p:ph idx="4" type="subTitle"/>
          </p:nvPr>
        </p:nvSpPr>
        <p:spPr>
          <a:xfrm>
            <a:off x="5058000" y="3305850"/>
            <a:ext cx="16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06" name="Google Shape;106;p22"/>
          <p:cNvSpPr txBox="1"/>
          <p:nvPr>
            <p:ph idx="5" type="body"/>
          </p:nvPr>
        </p:nvSpPr>
        <p:spPr>
          <a:xfrm>
            <a:off x="5058000" y="3595225"/>
            <a:ext cx="16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07" name="Google Shape;107;p22"/>
          <p:cNvSpPr txBox="1"/>
          <p:nvPr>
            <p:ph idx="6" type="subTitle"/>
          </p:nvPr>
        </p:nvSpPr>
        <p:spPr>
          <a:xfrm>
            <a:off x="2438171" y="3305838"/>
            <a:ext cx="16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08" name="Google Shape;108;p22"/>
          <p:cNvSpPr txBox="1"/>
          <p:nvPr>
            <p:ph idx="7" type="body"/>
          </p:nvPr>
        </p:nvSpPr>
        <p:spPr>
          <a:xfrm>
            <a:off x="2438171" y="3595213"/>
            <a:ext cx="16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09" name="Google Shape;109;p22"/>
          <p:cNvSpPr/>
          <p:nvPr>
            <p:ph idx="8" type="pic"/>
          </p:nvPr>
        </p:nvSpPr>
        <p:spPr>
          <a:xfrm>
            <a:off x="0" y="3029625"/>
            <a:ext cx="2178300" cy="1895700"/>
          </a:xfrm>
          <a:prstGeom prst="rect">
            <a:avLst/>
          </a:prstGeom>
          <a:noFill/>
          <a:ln>
            <a:noFill/>
          </a:ln>
        </p:spPr>
      </p:sp>
      <p:sp>
        <p:nvSpPr>
          <p:cNvPr id="110" name="Google Shape;110;p22"/>
          <p:cNvSpPr/>
          <p:nvPr>
            <p:ph idx="9" type="pic"/>
          </p:nvPr>
        </p:nvSpPr>
        <p:spPr>
          <a:xfrm>
            <a:off x="6965700" y="3010075"/>
            <a:ext cx="2178300" cy="18957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idea">
  <p:cSld name="BLANK_1_1_1_1_1_1_1_1_1_1_1_1_1_2_1">
    <p:spTree>
      <p:nvGrpSpPr>
        <p:cNvPr id="111" name="Shape 111"/>
        <p:cNvGrpSpPr/>
        <p:nvPr/>
      </p:nvGrpSpPr>
      <p:grpSpPr>
        <a:xfrm>
          <a:off x="0" y="0"/>
          <a:ext cx="0" cy="0"/>
          <a:chOff x="0" y="0"/>
          <a:chExt cx="0" cy="0"/>
        </a:xfrm>
      </p:grpSpPr>
      <p:sp>
        <p:nvSpPr>
          <p:cNvPr id="112" name="Google Shape;112;p23"/>
          <p:cNvSpPr/>
          <p:nvPr/>
        </p:nvSpPr>
        <p:spPr>
          <a:xfrm>
            <a:off x="0" y="3149700"/>
            <a:ext cx="5322300" cy="1993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113" name="Google Shape;113;p23"/>
          <p:cNvSpPr txBox="1"/>
          <p:nvPr>
            <p:ph type="title"/>
          </p:nvPr>
        </p:nvSpPr>
        <p:spPr>
          <a:xfrm>
            <a:off x="228600" y="191575"/>
            <a:ext cx="4285800" cy="393600"/>
          </a:xfrm>
          <a:prstGeom prst="rect">
            <a:avLst/>
          </a:prstGeom>
        </p:spPr>
        <p:txBody>
          <a:bodyPr anchorCtr="0" anchor="t" bIns="0" lIns="0" spcFirstLastPara="1" rIns="0" wrap="square" tIns="0">
            <a:spAutoFit/>
          </a:bodyPr>
          <a:lstStyle>
            <a:lvl1pPr lvl="0">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9pPr>
          </a:lstStyle>
          <a:p/>
        </p:txBody>
      </p:sp>
      <p:sp>
        <p:nvSpPr>
          <p:cNvPr id="114" name="Google Shape;114;p23"/>
          <p:cNvSpPr txBox="1"/>
          <p:nvPr>
            <p:ph idx="1" type="body"/>
          </p:nvPr>
        </p:nvSpPr>
        <p:spPr>
          <a:xfrm>
            <a:off x="228600" y="1317900"/>
            <a:ext cx="4285800" cy="9645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15" name="Google Shape;115;p23"/>
          <p:cNvSpPr txBox="1"/>
          <p:nvPr>
            <p:ph idx="2" type="subTitle"/>
          </p:nvPr>
        </p:nvSpPr>
        <p:spPr>
          <a:xfrm>
            <a:off x="228600" y="3402700"/>
            <a:ext cx="19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16" name="Google Shape;116;p23"/>
          <p:cNvSpPr txBox="1"/>
          <p:nvPr>
            <p:ph idx="3" type="body"/>
          </p:nvPr>
        </p:nvSpPr>
        <p:spPr>
          <a:xfrm>
            <a:off x="228600" y="3692075"/>
            <a:ext cx="19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17" name="Google Shape;117;p23"/>
          <p:cNvSpPr txBox="1"/>
          <p:nvPr>
            <p:ph idx="4" type="subTitle"/>
          </p:nvPr>
        </p:nvSpPr>
        <p:spPr>
          <a:xfrm>
            <a:off x="2557500" y="3402700"/>
            <a:ext cx="19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18" name="Google Shape;118;p23"/>
          <p:cNvSpPr txBox="1"/>
          <p:nvPr>
            <p:ph idx="5" type="body"/>
          </p:nvPr>
        </p:nvSpPr>
        <p:spPr>
          <a:xfrm>
            <a:off x="2557500" y="3692075"/>
            <a:ext cx="19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19" name="Google Shape;119;p23"/>
          <p:cNvSpPr/>
          <p:nvPr>
            <p:ph idx="6" type="pic"/>
          </p:nvPr>
        </p:nvSpPr>
        <p:spPr>
          <a:xfrm rot="-5400000">
            <a:off x="4491900" y="497850"/>
            <a:ext cx="5156400" cy="4147800"/>
          </a:xfrm>
          <a:prstGeom prst="round2SameRect">
            <a:avLst>
              <a:gd fmla="val 8254" name="adj1"/>
              <a:gd fmla="val 0" name="adj2"/>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image">
  <p:cSld name="BLANK_1_1_1_1_1_1_1_1_1_1_1_1_1_1_1_1_1_1_1_1_1">
    <p:spTree>
      <p:nvGrpSpPr>
        <p:cNvPr id="120" name="Shape 120"/>
        <p:cNvGrpSpPr/>
        <p:nvPr/>
      </p:nvGrpSpPr>
      <p:grpSpPr>
        <a:xfrm>
          <a:off x="0" y="0"/>
          <a:ext cx="0" cy="0"/>
          <a:chOff x="0" y="0"/>
          <a:chExt cx="0" cy="0"/>
        </a:xfrm>
      </p:grpSpPr>
      <p:sp>
        <p:nvSpPr>
          <p:cNvPr id="121" name="Google Shape;121;p24"/>
          <p:cNvSpPr/>
          <p:nvPr>
            <p:ph idx="2" type="pic"/>
          </p:nvPr>
        </p:nvSpPr>
        <p:spPr>
          <a:xfrm>
            <a:off x="228650" y="2813125"/>
            <a:ext cx="8018700" cy="2099100"/>
          </a:xfrm>
          <a:prstGeom prst="roundRect">
            <a:avLst>
              <a:gd fmla="val 7988" name="adj"/>
            </a:avLst>
          </a:prstGeom>
          <a:noFill/>
          <a:ln>
            <a:noFill/>
          </a:ln>
        </p:spPr>
      </p:sp>
      <p:sp>
        <p:nvSpPr>
          <p:cNvPr id="122" name="Google Shape;122;p24"/>
          <p:cNvSpPr txBox="1"/>
          <p:nvPr>
            <p:ph idx="1" type="subTitle"/>
          </p:nvPr>
        </p:nvSpPr>
        <p:spPr>
          <a:xfrm>
            <a:off x="228600" y="947332"/>
            <a:ext cx="6480300" cy="5958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1pPr>
            <a:lvl2pPr lvl="1">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2pPr>
            <a:lvl3pPr lvl="2">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3pPr>
            <a:lvl4pPr lvl="3">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4pPr>
            <a:lvl5pPr lvl="4">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5pPr>
            <a:lvl6pPr lvl="5">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6pPr>
            <a:lvl7pPr lvl="6">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7pPr>
            <a:lvl8pPr lvl="7">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8pPr>
            <a:lvl9pPr lvl="8">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9pPr>
          </a:lstStyle>
          <a:p/>
        </p:txBody>
      </p:sp>
      <p:sp>
        <p:nvSpPr>
          <p:cNvPr id="123" name="Google Shape;123;p24"/>
          <p:cNvSpPr txBox="1"/>
          <p:nvPr>
            <p:ph type="title"/>
          </p:nvPr>
        </p:nvSpPr>
        <p:spPr>
          <a:xfrm>
            <a:off x="228600" y="228600"/>
            <a:ext cx="64803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1">
  <p:cSld name="BLANK_1_1_1_1_1_1_1_1_1_1_1_1_1_1_1_1_1_1_1_1_1_1">
    <p:spTree>
      <p:nvGrpSpPr>
        <p:cNvPr id="124" name="Shape 124"/>
        <p:cNvGrpSpPr/>
        <p:nvPr/>
      </p:nvGrpSpPr>
      <p:grpSpPr>
        <a:xfrm>
          <a:off x="0" y="0"/>
          <a:ext cx="0" cy="0"/>
          <a:chOff x="0" y="0"/>
          <a:chExt cx="0" cy="0"/>
        </a:xfrm>
      </p:grpSpPr>
      <p:sp>
        <p:nvSpPr>
          <p:cNvPr id="125" name="Google Shape;125;p25"/>
          <p:cNvSpPr/>
          <p:nvPr>
            <p:ph idx="2" type="pic"/>
          </p:nvPr>
        </p:nvSpPr>
        <p:spPr>
          <a:xfrm>
            <a:off x="354750" y="1034550"/>
            <a:ext cx="1833000" cy="1833000"/>
          </a:xfrm>
          <a:prstGeom prst="roundRect">
            <a:avLst>
              <a:gd fmla="val 8703" name="adj"/>
            </a:avLst>
          </a:prstGeom>
          <a:noFill/>
          <a:ln>
            <a:noFill/>
          </a:ln>
        </p:spPr>
      </p:sp>
      <p:sp>
        <p:nvSpPr>
          <p:cNvPr id="126" name="Google Shape;126;p25"/>
          <p:cNvSpPr/>
          <p:nvPr>
            <p:ph idx="3" type="pic"/>
          </p:nvPr>
        </p:nvSpPr>
        <p:spPr>
          <a:xfrm>
            <a:off x="2555250" y="1034550"/>
            <a:ext cx="1833000" cy="1833000"/>
          </a:xfrm>
          <a:prstGeom prst="roundRect">
            <a:avLst>
              <a:gd fmla="val 8703" name="adj"/>
            </a:avLst>
          </a:prstGeom>
          <a:noFill/>
          <a:ln>
            <a:noFill/>
          </a:ln>
        </p:spPr>
      </p:sp>
      <p:sp>
        <p:nvSpPr>
          <p:cNvPr id="127" name="Google Shape;127;p25"/>
          <p:cNvSpPr/>
          <p:nvPr>
            <p:ph idx="4" type="pic"/>
          </p:nvPr>
        </p:nvSpPr>
        <p:spPr>
          <a:xfrm>
            <a:off x="4755750" y="1034550"/>
            <a:ext cx="1833000" cy="1833000"/>
          </a:xfrm>
          <a:prstGeom prst="roundRect">
            <a:avLst>
              <a:gd fmla="val 8703" name="adj"/>
            </a:avLst>
          </a:prstGeom>
          <a:noFill/>
          <a:ln>
            <a:noFill/>
          </a:ln>
        </p:spPr>
      </p:sp>
      <p:sp>
        <p:nvSpPr>
          <p:cNvPr id="128" name="Google Shape;128;p25"/>
          <p:cNvSpPr/>
          <p:nvPr>
            <p:ph idx="5" type="pic"/>
          </p:nvPr>
        </p:nvSpPr>
        <p:spPr>
          <a:xfrm>
            <a:off x="6956250" y="1034550"/>
            <a:ext cx="1833000" cy="1833000"/>
          </a:xfrm>
          <a:prstGeom prst="roundRect">
            <a:avLst>
              <a:gd fmla="val 8703" name="adj"/>
            </a:avLst>
          </a:prstGeom>
          <a:noFill/>
          <a:ln>
            <a:noFill/>
          </a:ln>
        </p:spPr>
      </p:sp>
      <p:sp>
        <p:nvSpPr>
          <p:cNvPr id="129" name="Google Shape;129;p25"/>
          <p:cNvSpPr txBox="1"/>
          <p:nvPr>
            <p:ph idx="1" type="subTitle"/>
          </p:nvPr>
        </p:nvSpPr>
        <p:spPr>
          <a:xfrm>
            <a:off x="3997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30" name="Google Shape;130;p25"/>
          <p:cNvSpPr txBox="1"/>
          <p:nvPr>
            <p:ph idx="6" type="subTitle"/>
          </p:nvPr>
        </p:nvSpPr>
        <p:spPr>
          <a:xfrm>
            <a:off x="3997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31" name="Google Shape;131;p25"/>
          <p:cNvSpPr txBox="1"/>
          <p:nvPr>
            <p:ph idx="7" type="body"/>
          </p:nvPr>
        </p:nvSpPr>
        <p:spPr>
          <a:xfrm>
            <a:off x="3997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32" name="Google Shape;132;p25"/>
          <p:cNvSpPr txBox="1"/>
          <p:nvPr>
            <p:ph idx="8" type="subTitle"/>
          </p:nvPr>
        </p:nvSpPr>
        <p:spPr>
          <a:xfrm>
            <a:off x="26002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33" name="Google Shape;133;p25"/>
          <p:cNvSpPr txBox="1"/>
          <p:nvPr>
            <p:ph idx="9" type="subTitle"/>
          </p:nvPr>
        </p:nvSpPr>
        <p:spPr>
          <a:xfrm>
            <a:off x="26002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34" name="Google Shape;134;p25"/>
          <p:cNvSpPr txBox="1"/>
          <p:nvPr>
            <p:ph idx="13" type="body"/>
          </p:nvPr>
        </p:nvSpPr>
        <p:spPr>
          <a:xfrm>
            <a:off x="26002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35" name="Google Shape;135;p25"/>
          <p:cNvSpPr txBox="1"/>
          <p:nvPr>
            <p:ph idx="14" type="subTitle"/>
          </p:nvPr>
        </p:nvSpPr>
        <p:spPr>
          <a:xfrm>
            <a:off x="48007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36" name="Google Shape;136;p25"/>
          <p:cNvSpPr txBox="1"/>
          <p:nvPr>
            <p:ph idx="15" type="subTitle"/>
          </p:nvPr>
        </p:nvSpPr>
        <p:spPr>
          <a:xfrm>
            <a:off x="48007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37" name="Google Shape;137;p25"/>
          <p:cNvSpPr txBox="1"/>
          <p:nvPr>
            <p:ph idx="16" type="body"/>
          </p:nvPr>
        </p:nvSpPr>
        <p:spPr>
          <a:xfrm>
            <a:off x="48007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38" name="Google Shape;138;p25"/>
          <p:cNvSpPr txBox="1"/>
          <p:nvPr>
            <p:ph idx="17" type="subTitle"/>
          </p:nvPr>
        </p:nvSpPr>
        <p:spPr>
          <a:xfrm>
            <a:off x="70012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39" name="Google Shape;139;p25"/>
          <p:cNvSpPr txBox="1"/>
          <p:nvPr>
            <p:ph idx="18" type="subTitle"/>
          </p:nvPr>
        </p:nvSpPr>
        <p:spPr>
          <a:xfrm>
            <a:off x="70012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40" name="Google Shape;140;p25"/>
          <p:cNvSpPr txBox="1"/>
          <p:nvPr>
            <p:ph idx="19" type="body"/>
          </p:nvPr>
        </p:nvSpPr>
        <p:spPr>
          <a:xfrm>
            <a:off x="70012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2">
  <p:cSld name="BLANK_1_1_1_1_1_1_1_1_1_1_1_1_1_1_1_1_1_1_1_1_1_1_2">
    <p:spTree>
      <p:nvGrpSpPr>
        <p:cNvPr id="141" name="Shape 141"/>
        <p:cNvGrpSpPr/>
        <p:nvPr/>
      </p:nvGrpSpPr>
      <p:grpSpPr>
        <a:xfrm>
          <a:off x="0" y="0"/>
          <a:ext cx="0" cy="0"/>
          <a:chOff x="0" y="0"/>
          <a:chExt cx="0" cy="0"/>
        </a:xfrm>
      </p:grpSpPr>
      <p:sp>
        <p:nvSpPr>
          <p:cNvPr id="142" name="Google Shape;142;p26"/>
          <p:cNvSpPr txBox="1"/>
          <p:nvPr>
            <p:ph idx="1" type="subTitle"/>
          </p:nvPr>
        </p:nvSpPr>
        <p:spPr>
          <a:xfrm>
            <a:off x="353900"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43" name="Google Shape;143;p26"/>
          <p:cNvSpPr txBox="1"/>
          <p:nvPr>
            <p:ph idx="2" type="subTitle"/>
          </p:nvPr>
        </p:nvSpPr>
        <p:spPr>
          <a:xfrm>
            <a:off x="353900"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44" name="Google Shape;144;p26"/>
          <p:cNvSpPr/>
          <p:nvPr>
            <p:ph idx="3" type="pic"/>
          </p:nvPr>
        </p:nvSpPr>
        <p:spPr>
          <a:xfrm>
            <a:off x="321050" y="825750"/>
            <a:ext cx="1342200" cy="1342200"/>
          </a:xfrm>
          <a:prstGeom prst="roundRect">
            <a:avLst>
              <a:gd fmla="val 8618" name="adj"/>
            </a:avLst>
          </a:prstGeom>
          <a:noFill/>
          <a:ln>
            <a:noFill/>
          </a:ln>
        </p:spPr>
      </p:sp>
      <p:sp>
        <p:nvSpPr>
          <p:cNvPr id="145" name="Google Shape;145;p26"/>
          <p:cNvSpPr txBox="1"/>
          <p:nvPr>
            <p:ph idx="4" type="subTitle"/>
          </p:nvPr>
        </p:nvSpPr>
        <p:spPr>
          <a:xfrm>
            <a:off x="2003288"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46" name="Google Shape;146;p26"/>
          <p:cNvSpPr txBox="1"/>
          <p:nvPr>
            <p:ph idx="5" type="subTitle"/>
          </p:nvPr>
        </p:nvSpPr>
        <p:spPr>
          <a:xfrm>
            <a:off x="2003288"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47" name="Google Shape;147;p26"/>
          <p:cNvSpPr/>
          <p:nvPr>
            <p:ph idx="6" type="pic"/>
          </p:nvPr>
        </p:nvSpPr>
        <p:spPr>
          <a:xfrm>
            <a:off x="1970438" y="825750"/>
            <a:ext cx="1342200" cy="1342200"/>
          </a:xfrm>
          <a:prstGeom prst="roundRect">
            <a:avLst>
              <a:gd fmla="val 8618" name="adj"/>
            </a:avLst>
          </a:prstGeom>
          <a:noFill/>
          <a:ln>
            <a:noFill/>
          </a:ln>
        </p:spPr>
      </p:sp>
      <p:sp>
        <p:nvSpPr>
          <p:cNvPr id="148" name="Google Shape;148;p26"/>
          <p:cNvSpPr txBox="1"/>
          <p:nvPr>
            <p:ph idx="7" type="subTitle"/>
          </p:nvPr>
        </p:nvSpPr>
        <p:spPr>
          <a:xfrm>
            <a:off x="3652675"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49" name="Google Shape;149;p26"/>
          <p:cNvSpPr txBox="1"/>
          <p:nvPr>
            <p:ph idx="8" type="subTitle"/>
          </p:nvPr>
        </p:nvSpPr>
        <p:spPr>
          <a:xfrm>
            <a:off x="3652675"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50" name="Google Shape;150;p26"/>
          <p:cNvSpPr/>
          <p:nvPr>
            <p:ph idx="9" type="pic"/>
          </p:nvPr>
        </p:nvSpPr>
        <p:spPr>
          <a:xfrm>
            <a:off x="3619825" y="825750"/>
            <a:ext cx="1342200" cy="1342200"/>
          </a:xfrm>
          <a:prstGeom prst="roundRect">
            <a:avLst>
              <a:gd fmla="val 8618" name="adj"/>
            </a:avLst>
          </a:prstGeom>
          <a:noFill/>
          <a:ln>
            <a:noFill/>
          </a:ln>
        </p:spPr>
      </p:sp>
      <p:sp>
        <p:nvSpPr>
          <p:cNvPr id="151" name="Google Shape;151;p26"/>
          <p:cNvSpPr txBox="1"/>
          <p:nvPr>
            <p:ph idx="13" type="subTitle"/>
          </p:nvPr>
        </p:nvSpPr>
        <p:spPr>
          <a:xfrm>
            <a:off x="5302050"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52" name="Google Shape;152;p26"/>
          <p:cNvSpPr txBox="1"/>
          <p:nvPr>
            <p:ph idx="14" type="subTitle"/>
          </p:nvPr>
        </p:nvSpPr>
        <p:spPr>
          <a:xfrm>
            <a:off x="5302050"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53" name="Google Shape;153;p26"/>
          <p:cNvSpPr/>
          <p:nvPr>
            <p:ph idx="15" type="pic"/>
          </p:nvPr>
        </p:nvSpPr>
        <p:spPr>
          <a:xfrm>
            <a:off x="5269200" y="825750"/>
            <a:ext cx="1342200" cy="1342200"/>
          </a:xfrm>
          <a:prstGeom prst="roundRect">
            <a:avLst>
              <a:gd fmla="val 8618" name="adj"/>
            </a:avLst>
          </a:prstGeom>
          <a:noFill/>
          <a:ln>
            <a:noFill/>
          </a:ln>
        </p:spPr>
      </p:sp>
      <p:sp>
        <p:nvSpPr>
          <p:cNvPr id="154" name="Google Shape;154;p26"/>
          <p:cNvSpPr txBox="1"/>
          <p:nvPr>
            <p:ph idx="16" type="subTitle"/>
          </p:nvPr>
        </p:nvSpPr>
        <p:spPr>
          <a:xfrm>
            <a:off x="2003300"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55" name="Google Shape;155;p26"/>
          <p:cNvSpPr txBox="1"/>
          <p:nvPr>
            <p:ph idx="17" type="subTitle"/>
          </p:nvPr>
        </p:nvSpPr>
        <p:spPr>
          <a:xfrm>
            <a:off x="2003300"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56" name="Google Shape;156;p26"/>
          <p:cNvSpPr/>
          <p:nvPr>
            <p:ph idx="18" type="pic"/>
          </p:nvPr>
        </p:nvSpPr>
        <p:spPr>
          <a:xfrm>
            <a:off x="1970450" y="2976000"/>
            <a:ext cx="1342200" cy="1342200"/>
          </a:xfrm>
          <a:prstGeom prst="roundRect">
            <a:avLst>
              <a:gd fmla="val 8618" name="adj"/>
            </a:avLst>
          </a:prstGeom>
          <a:noFill/>
          <a:ln>
            <a:noFill/>
          </a:ln>
        </p:spPr>
      </p:sp>
      <p:sp>
        <p:nvSpPr>
          <p:cNvPr id="157" name="Google Shape;157;p26"/>
          <p:cNvSpPr txBox="1"/>
          <p:nvPr>
            <p:ph idx="19" type="subTitle"/>
          </p:nvPr>
        </p:nvSpPr>
        <p:spPr>
          <a:xfrm>
            <a:off x="3652688"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58" name="Google Shape;158;p26"/>
          <p:cNvSpPr txBox="1"/>
          <p:nvPr>
            <p:ph idx="20" type="subTitle"/>
          </p:nvPr>
        </p:nvSpPr>
        <p:spPr>
          <a:xfrm>
            <a:off x="3652688"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59" name="Google Shape;159;p26"/>
          <p:cNvSpPr/>
          <p:nvPr>
            <p:ph idx="21" type="pic"/>
          </p:nvPr>
        </p:nvSpPr>
        <p:spPr>
          <a:xfrm>
            <a:off x="3619838" y="2976000"/>
            <a:ext cx="1342200" cy="1342200"/>
          </a:xfrm>
          <a:prstGeom prst="roundRect">
            <a:avLst>
              <a:gd fmla="val 8618" name="adj"/>
            </a:avLst>
          </a:prstGeom>
          <a:noFill/>
          <a:ln>
            <a:noFill/>
          </a:ln>
        </p:spPr>
      </p:sp>
      <p:sp>
        <p:nvSpPr>
          <p:cNvPr id="160" name="Google Shape;160;p26"/>
          <p:cNvSpPr txBox="1"/>
          <p:nvPr>
            <p:ph idx="22" type="subTitle"/>
          </p:nvPr>
        </p:nvSpPr>
        <p:spPr>
          <a:xfrm>
            <a:off x="5302075"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61" name="Google Shape;161;p26"/>
          <p:cNvSpPr txBox="1"/>
          <p:nvPr>
            <p:ph idx="23" type="subTitle"/>
          </p:nvPr>
        </p:nvSpPr>
        <p:spPr>
          <a:xfrm>
            <a:off x="5302075"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62" name="Google Shape;162;p26"/>
          <p:cNvSpPr/>
          <p:nvPr>
            <p:ph idx="24" type="pic"/>
          </p:nvPr>
        </p:nvSpPr>
        <p:spPr>
          <a:xfrm>
            <a:off x="5269225" y="2976000"/>
            <a:ext cx="1342200" cy="1342200"/>
          </a:xfrm>
          <a:prstGeom prst="roundRect">
            <a:avLst>
              <a:gd fmla="val 8618" name="adj"/>
            </a:avLst>
          </a:prstGeom>
          <a:noFill/>
          <a:ln>
            <a:noFill/>
          </a:ln>
        </p:spPr>
      </p:sp>
      <p:sp>
        <p:nvSpPr>
          <p:cNvPr id="163" name="Google Shape;163;p26"/>
          <p:cNvSpPr txBox="1"/>
          <p:nvPr>
            <p:ph idx="25" type="subTitle"/>
          </p:nvPr>
        </p:nvSpPr>
        <p:spPr>
          <a:xfrm>
            <a:off x="6951450"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64" name="Google Shape;164;p26"/>
          <p:cNvSpPr txBox="1"/>
          <p:nvPr>
            <p:ph idx="26" type="subTitle"/>
          </p:nvPr>
        </p:nvSpPr>
        <p:spPr>
          <a:xfrm>
            <a:off x="6951450"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65" name="Google Shape;165;p26"/>
          <p:cNvSpPr/>
          <p:nvPr>
            <p:ph idx="27" type="pic"/>
          </p:nvPr>
        </p:nvSpPr>
        <p:spPr>
          <a:xfrm>
            <a:off x="6918600" y="2976000"/>
            <a:ext cx="1342200" cy="1342200"/>
          </a:xfrm>
          <a:prstGeom prst="roundRect">
            <a:avLst>
              <a:gd fmla="val 8618" name="adj"/>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ersonas">
  <p:cSld name="BLANK_1_1_1_1_1_1_1_1_1_1_1_1_1_1_1_1_1_1_1_1_1_1_1">
    <p:spTree>
      <p:nvGrpSpPr>
        <p:cNvPr id="166" name="Shape 166"/>
        <p:cNvGrpSpPr/>
        <p:nvPr/>
      </p:nvGrpSpPr>
      <p:grpSpPr>
        <a:xfrm>
          <a:off x="0" y="0"/>
          <a:ext cx="0" cy="0"/>
          <a:chOff x="0" y="0"/>
          <a:chExt cx="0" cy="0"/>
        </a:xfrm>
      </p:grpSpPr>
      <p:sp>
        <p:nvSpPr>
          <p:cNvPr id="167" name="Google Shape;167;p27"/>
          <p:cNvSpPr/>
          <p:nvPr>
            <p:ph idx="2" type="pic"/>
          </p:nvPr>
        </p:nvSpPr>
        <p:spPr>
          <a:xfrm>
            <a:off x="228300" y="912725"/>
            <a:ext cx="1833000" cy="2294100"/>
          </a:xfrm>
          <a:prstGeom prst="roundRect">
            <a:avLst>
              <a:gd fmla="val 12454" name="adj"/>
            </a:avLst>
          </a:prstGeom>
          <a:noFill/>
          <a:ln>
            <a:noFill/>
          </a:ln>
        </p:spPr>
      </p:sp>
      <p:sp>
        <p:nvSpPr>
          <p:cNvPr id="168" name="Google Shape;168;p27"/>
          <p:cNvSpPr/>
          <p:nvPr>
            <p:ph idx="3" type="pic"/>
          </p:nvPr>
        </p:nvSpPr>
        <p:spPr>
          <a:xfrm>
            <a:off x="4781400" y="912725"/>
            <a:ext cx="1833000" cy="2294100"/>
          </a:xfrm>
          <a:prstGeom prst="roundRect">
            <a:avLst>
              <a:gd fmla="val 12454" name="adj"/>
            </a:avLst>
          </a:prstGeom>
          <a:noFill/>
          <a:ln>
            <a:noFill/>
          </a:ln>
        </p:spPr>
      </p:sp>
      <p:sp>
        <p:nvSpPr>
          <p:cNvPr id="169" name="Google Shape;169;p27"/>
          <p:cNvSpPr txBox="1"/>
          <p:nvPr>
            <p:ph idx="1" type="body"/>
          </p:nvPr>
        </p:nvSpPr>
        <p:spPr>
          <a:xfrm>
            <a:off x="2270700" y="968925"/>
            <a:ext cx="2091900" cy="28611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70" name="Google Shape;170;p27"/>
          <p:cNvSpPr txBox="1"/>
          <p:nvPr>
            <p:ph idx="4" type="body"/>
          </p:nvPr>
        </p:nvSpPr>
        <p:spPr>
          <a:xfrm>
            <a:off x="6823800" y="968925"/>
            <a:ext cx="2091900" cy="28611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71" name="Google Shape;171;p27"/>
          <p:cNvSpPr txBox="1"/>
          <p:nvPr>
            <p:ph idx="5" type="subTitle"/>
          </p:nvPr>
        </p:nvSpPr>
        <p:spPr>
          <a:xfrm>
            <a:off x="277650" y="3373825"/>
            <a:ext cx="1725600" cy="452700"/>
          </a:xfrm>
          <a:prstGeom prst="rect">
            <a:avLst/>
          </a:prstGeom>
        </p:spPr>
        <p:txBody>
          <a:bodyPr anchorCtr="0" anchor="t" bIns="0" lIns="0" spcFirstLastPara="1" rIns="0" wrap="square" tIns="0">
            <a:noAutofit/>
          </a:bodyPr>
          <a:lstStyle>
            <a:lvl1pPr lvl="0">
              <a:spcBef>
                <a:spcPts val="0"/>
              </a:spcBef>
              <a:spcAft>
                <a:spcPts val="0"/>
              </a:spcAft>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9pPr>
          </a:lstStyle>
          <a:p/>
        </p:txBody>
      </p:sp>
      <p:sp>
        <p:nvSpPr>
          <p:cNvPr id="172" name="Google Shape;172;p27"/>
          <p:cNvSpPr txBox="1"/>
          <p:nvPr>
            <p:ph idx="6" type="subTitle"/>
          </p:nvPr>
        </p:nvSpPr>
        <p:spPr>
          <a:xfrm>
            <a:off x="4835100" y="3373825"/>
            <a:ext cx="1725600" cy="452700"/>
          </a:xfrm>
          <a:prstGeom prst="rect">
            <a:avLst/>
          </a:prstGeom>
        </p:spPr>
        <p:txBody>
          <a:bodyPr anchorCtr="0" anchor="t" bIns="0" lIns="0" spcFirstLastPara="1" rIns="0" wrap="square" tIns="0">
            <a:noAutofit/>
          </a:bodyPr>
          <a:lstStyle>
            <a:lvl1pPr lvl="0">
              <a:spcBef>
                <a:spcPts val="0"/>
              </a:spcBef>
              <a:spcAft>
                <a:spcPts val="0"/>
              </a:spcAft>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oups">
  <p:cSld name="BLANK_1_1_1_1_1_1_1_1_1_1_1_1_1_1_1_1_1_1_1_1_1_1_1_2">
    <p:spTree>
      <p:nvGrpSpPr>
        <p:cNvPr id="173" name="Shape 173"/>
        <p:cNvGrpSpPr/>
        <p:nvPr/>
      </p:nvGrpSpPr>
      <p:grpSpPr>
        <a:xfrm>
          <a:off x="0" y="0"/>
          <a:ext cx="0" cy="0"/>
          <a:chOff x="0" y="0"/>
          <a:chExt cx="0" cy="0"/>
        </a:xfrm>
      </p:grpSpPr>
      <p:sp>
        <p:nvSpPr>
          <p:cNvPr id="174" name="Google Shape;174;p28"/>
          <p:cNvSpPr txBox="1"/>
          <p:nvPr>
            <p:ph type="title"/>
          </p:nvPr>
        </p:nvSpPr>
        <p:spPr>
          <a:xfrm>
            <a:off x="228600" y="741875"/>
            <a:ext cx="6480300" cy="415500"/>
          </a:xfrm>
          <a:prstGeom prst="rect">
            <a:avLst/>
          </a:prstGeom>
        </p:spPr>
        <p:txBody>
          <a:bodyPr anchorCtr="0" anchor="t" bIns="0" lIns="0" spcFirstLastPara="1" rIns="0" wrap="square" tIns="0">
            <a:spAutoFit/>
          </a:bodyPr>
          <a:lstStyle>
            <a:lvl1pPr lvl="0">
              <a:spcBef>
                <a:spcPts val="0"/>
              </a:spcBef>
              <a:spcAft>
                <a:spcPts val="0"/>
              </a:spcAft>
              <a:buNone/>
              <a:defRPr sz="3000">
                <a:latin typeface="Plus Jakarta Sans Medium"/>
                <a:ea typeface="Plus Jakarta Sans Medium"/>
                <a:cs typeface="Plus Jakarta Sans Medium"/>
                <a:sym typeface="Plus Jakarta Sans Medium"/>
              </a:defRPr>
            </a:lvl1pPr>
            <a:lvl2pPr lvl="1">
              <a:spcBef>
                <a:spcPts val="0"/>
              </a:spcBef>
              <a:spcAft>
                <a:spcPts val="0"/>
              </a:spcAft>
              <a:buNone/>
              <a:defRPr sz="3000">
                <a:latin typeface="Plus Jakarta Sans Medium"/>
                <a:ea typeface="Plus Jakarta Sans Medium"/>
                <a:cs typeface="Plus Jakarta Sans Medium"/>
                <a:sym typeface="Plus Jakarta Sans Medium"/>
              </a:defRPr>
            </a:lvl2pPr>
            <a:lvl3pPr lvl="2">
              <a:spcBef>
                <a:spcPts val="0"/>
              </a:spcBef>
              <a:spcAft>
                <a:spcPts val="0"/>
              </a:spcAft>
              <a:buNone/>
              <a:defRPr sz="3000">
                <a:latin typeface="Plus Jakarta Sans Medium"/>
                <a:ea typeface="Plus Jakarta Sans Medium"/>
                <a:cs typeface="Plus Jakarta Sans Medium"/>
                <a:sym typeface="Plus Jakarta Sans Medium"/>
              </a:defRPr>
            </a:lvl3pPr>
            <a:lvl4pPr lvl="3">
              <a:spcBef>
                <a:spcPts val="0"/>
              </a:spcBef>
              <a:spcAft>
                <a:spcPts val="0"/>
              </a:spcAft>
              <a:buNone/>
              <a:defRPr sz="3000">
                <a:latin typeface="Plus Jakarta Sans Medium"/>
                <a:ea typeface="Plus Jakarta Sans Medium"/>
                <a:cs typeface="Plus Jakarta Sans Medium"/>
                <a:sym typeface="Plus Jakarta Sans Medium"/>
              </a:defRPr>
            </a:lvl4pPr>
            <a:lvl5pPr lvl="4">
              <a:spcBef>
                <a:spcPts val="0"/>
              </a:spcBef>
              <a:spcAft>
                <a:spcPts val="0"/>
              </a:spcAft>
              <a:buNone/>
              <a:defRPr sz="3000">
                <a:latin typeface="Plus Jakarta Sans Medium"/>
                <a:ea typeface="Plus Jakarta Sans Medium"/>
                <a:cs typeface="Plus Jakarta Sans Medium"/>
                <a:sym typeface="Plus Jakarta Sans Medium"/>
              </a:defRPr>
            </a:lvl5pPr>
            <a:lvl6pPr lvl="5">
              <a:spcBef>
                <a:spcPts val="0"/>
              </a:spcBef>
              <a:spcAft>
                <a:spcPts val="0"/>
              </a:spcAft>
              <a:buNone/>
              <a:defRPr sz="3000">
                <a:latin typeface="Plus Jakarta Sans Medium"/>
                <a:ea typeface="Plus Jakarta Sans Medium"/>
                <a:cs typeface="Plus Jakarta Sans Medium"/>
                <a:sym typeface="Plus Jakarta Sans Medium"/>
              </a:defRPr>
            </a:lvl6pPr>
            <a:lvl7pPr lvl="6">
              <a:spcBef>
                <a:spcPts val="0"/>
              </a:spcBef>
              <a:spcAft>
                <a:spcPts val="0"/>
              </a:spcAft>
              <a:buNone/>
              <a:defRPr sz="3000">
                <a:latin typeface="Plus Jakarta Sans Medium"/>
                <a:ea typeface="Plus Jakarta Sans Medium"/>
                <a:cs typeface="Plus Jakarta Sans Medium"/>
                <a:sym typeface="Plus Jakarta Sans Medium"/>
              </a:defRPr>
            </a:lvl7pPr>
            <a:lvl8pPr lvl="7">
              <a:spcBef>
                <a:spcPts val="0"/>
              </a:spcBef>
              <a:spcAft>
                <a:spcPts val="0"/>
              </a:spcAft>
              <a:buNone/>
              <a:defRPr sz="3000">
                <a:latin typeface="Plus Jakarta Sans Medium"/>
                <a:ea typeface="Plus Jakarta Sans Medium"/>
                <a:cs typeface="Plus Jakarta Sans Medium"/>
                <a:sym typeface="Plus Jakarta Sans Medium"/>
              </a:defRPr>
            </a:lvl8pPr>
            <a:lvl9pPr lvl="8">
              <a:spcBef>
                <a:spcPts val="0"/>
              </a:spcBef>
              <a:spcAft>
                <a:spcPts val="0"/>
              </a:spcAft>
              <a:buNone/>
              <a:defRPr sz="3000">
                <a:latin typeface="Plus Jakarta Sans Medium"/>
                <a:ea typeface="Plus Jakarta Sans Medium"/>
                <a:cs typeface="Plus Jakarta Sans Medium"/>
                <a:sym typeface="Plus Jakarta Sans Medium"/>
              </a:defRPr>
            </a:lvl9pPr>
          </a:lstStyle>
          <a:p/>
        </p:txBody>
      </p:sp>
      <p:sp>
        <p:nvSpPr>
          <p:cNvPr id="175" name="Google Shape;175;p28"/>
          <p:cNvSpPr txBox="1"/>
          <p:nvPr>
            <p:ph idx="1" type="body"/>
          </p:nvPr>
        </p:nvSpPr>
        <p:spPr>
          <a:xfrm>
            <a:off x="228625" y="4191000"/>
            <a:ext cx="1113600" cy="713400"/>
          </a:xfrm>
          <a:prstGeom prst="rect">
            <a:avLst/>
          </a:prstGeom>
        </p:spPr>
        <p:txBody>
          <a:bodyPr anchorCtr="0" anchor="b"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76" name="Google Shape;176;p28"/>
          <p:cNvSpPr/>
          <p:nvPr>
            <p:ph idx="2" type="pic"/>
          </p:nvPr>
        </p:nvSpPr>
        <p:spPr>
          <a:xfrm>
            <a:off x="228575" y="1571250"/>
            <a:ext cx="517500" cy="517500"/>
          </a:xfrm>
          <a:prstGeom prst="ellipse">
            <a:avLst/>
          </a:prstGeom>
          <a:noFill/>
          <a:ln>
            <a:noFill/>
          </a:ln>
        </p:spPr>
      </p:sp>
      <p:sp>
        <p:nvSpPr>
          <p:cNvPr id="177" name="Google Shape;177;p28"/>
          <p:cNvSpPr/>
          <p:nvPr>
            <p:ph idx="3" type="pic"/>
          </p:nvPr>
        </p:nvSpPr>
        <p:spPr>
          <a:xfrm>
            <a:off x="824775" y="1571250"/>
            <a:ext cx="517500" cy="517500"/>
          </a:xfrm>
          <a:prstGeom prst="ellipse">
            <a:avLst/>
          </a:prstGeom>
          <a:noFill/>
          <a:ln>
            <a:noFill/>
          </a:ln>
        </p:spPr>
      </p:sp>
      <p:sp>
        <p:nvSpPr>
          <p:cNvPr id="178" name="Google Shape;178;p28"/>
          <p:cNvSpPr/>
          <p:nvPr>
            <p:ph idx="4" type="pic"/>
          </p:nvPr>
        </p:nvSpPr>
        <p:spPr>
          <a:xfrm>
            <a:off x="228550" y="2165325"/>
            <a:ext cx="517500" cy="517500"/>
          </a:xfrm>
          <a:prstGeom prst="ellipse">
            <a:avLst/>
          </a:prstGeom>
          <a:noFill/>
          <a:ln>
            <a:noFill/>
          </a:ln>
        </p:spPr>
      </p:sp>
      <p:sp>
        <p:nvSpPr>
          <p:cNvPr id="179" name="Google Shape;179;p28"/>
          <p:cNvSpPr/>
          <p:nvPr>
            <p:ph idx="5" type="pic"/>
          </p:nvPr>
        </p:nvSpPr>
        <p:spPr>
          <a:xfrm>
            <a:off x="824750" y="2165325"/>
            <a:ext cx="517500" cy="517500"/>
          </a:xfrm>
          <a:prstGeom prst="ellipse">
            <a:avLst/>
          </a:prstGeom>
          <a:noFill/>
          <a:ln>
            <a:noFill/>
          </a:ln>
        </p:spPr>
      </p:sp>
      <p:sp>
        <p:nvSpPr>
          <p:cNvPr id="180" name="Google Shape;180;p28"/>
          <p:cNvSpPr/>
          <p:nvPr>
            <p:ph idx="6" type="pic"/>
          </p:nvPr>
        </p:nvSpPr>
        <p:spPr>
          <a:xfrm>
            <a:off x="228588" y="2759400"/>
            <a:ext cx="517500" cy="517500"/>
          </a:xfrm>
          <a:prstGeom prst="ellipse">
            <a:avLst/>
          </a:prstGeom>
          <a:noFill/>
          <a:ln>
            <a:noFill/>
          </a:ln>
        </p:spPr>
      </p:sp>
      <p:sp>
        <p:nvSpPr>
          <p:cNvPr id="181" name="Google Shape;181;p28"/>
          <p:cNvSpPr/>
          <p:nvPr>
            <p:ph idx="7" type="pic"/>
          </p:nvPr>
        </p:nvSpPr>
        <p:spPr>
          <a:xfrm>
            <a:off x="824788" y="2759400"/>
            <a:ext cx="517500" cy="517500"/>
          </a:xfrm>
          <a:prstGeom prst="ellipse">
            <a:avLst/>
          </a:prstGeom>
          <a:noFill/>
          <a:ln>
            <a:noFill/>
          </a:ln>
        </p:spPr>
      </p:sp>
      <p:sp>
        <p:nvSpPr>
          <p:cNvPr id="182" name="Google Shape;182;p28"/>
          <p:cNvSpPr/>
          <p:nvPr>
            <p:ph idx="8" type="pic"/>
          </p:nvPr>
        </p:nvSpPr>
        <p:spPr>
          <a:xfrm>
            <a:off x="228563" y="3353475"/>
            <a:ext cx="517500" cy="517500"/>
          </a:xfrm>
          <a:prstGeom prst="ellipse">
            <a:avLst/>
          </a:prstGeom>
          <a:noFill/>
          <a:ln>
            <a:noFill/>
          </a:ln>
        </p:spPr>
      </p:sp>
      <p:sp>
        <p:nvSpPr>
          <p:cNvPr id="183" name="Google Shape;183;p28"/>
          <p:cNvSpPr/>
          <p:nvPr>
            <p:ph idx="9" type="pic"/>
          </p:nvPr>
        </p:nvSpPr>
        <p:spPr>
          <a:xfrm>
            <a:off x="824763" y="3353475"/>
            <a:ext cx="517500" cy="517500"/>
          </a:xfrm>
          <a:prstGeom prst="ellipse">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BLANK_1_1_1_1_1_1_1_1_1_1_1_1_1_1_1_1_1_1_1_1_1_1_1_1">
    <p:bg>
      <p:bgPr>
        <a:solidFill>
          <a:schemeClr val="accent4"/>
        </a:solidFill>
      </p:bgPr>
    </p:bg>
    <p:spTree>
      <p:nvGrpSpPr>
        <p:cNvPr id="184" name="Shape 184"/>
        <p:cNvGrpSpPr/>
        <p:nvPr/>
      </p:nvGrpSpPr>
      <p:grpSpPr>
        <a:xfrm>
          <a:off x="0" y="0"/>
          <a:ext cx="0" cy="0"/>
          <a:chOff x="0" y="0"/>
          <a:chExt cx="0" cy="0"/>
        </a:xfrm>
      </p:grpSpPr>
      <p:sp>
        <p:nvSpPr>
          <p:cNvPr id="185" name="Google Shape;185;p29"/>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BLANK_1_1_1_1_1_1_1_1_1_1_1_1_1_1_1_1_1_1_1_1_1_1_1_1_1">
    <p:spTree>
      <p:nvGrpSpPr>
        <p:cNvPr id="186" name="Shape 186"/>
        <p:cNvGrpSpPr/>
        <p:nvPr/>
      </p:nvGrpSpPr>
      <p:grpSpPr>
        <a:xfrm>
          <a:off x="0" y="0"/>
          <a:ext cx="0" cy="0"/>
          <a:chOff x="0" y="0"/>
          <a:chExt cx="0" cy="0"/>
        </a:xfrm>
      </p:grpSpPr>
      <p:sp>
        <p:nvSpPr>
          <p:cNvPr id="187" name="Google Shape;187;p30"/>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
        <p:nvSpPr>
          <p:cNvPr id="188" name="Google Shape;188;p30"/>
          <p:cNvSpPr txBox="1"/>
          <p:nvPr>
            <p:ph idx="1" type="subTitle"/>
          </p:nvPr>
        </p:nvSpPr>
        <p:spPr>
          <a:xfrm>
            <a:off x="228600" y="952675"/>
            <a:ext cx="6480300" cy="17034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1pPr>
            <a:lvl2pPr lvl="1">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2pPr>
            <a:lvl3pPr lvl="2">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3pPr>
            <a:lvl4pPr lvl="3">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4pPr>
            <a:lvl5pPr lvl="4">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5pPr>
            <a:lvl6pPr lvl="5">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6pPr>
            <a:lvl7pPr lvl="6">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7pPr>
            <a:lvl8pPr lvl="7">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8pPr>
            <a:lvl9pPr lvl="8">
              <a:lnSpc>
                <a:spcPct val="115000"/>
              </a:lnSpc>
              <a:spcBef>
                <a:spcPts val="1000"/>
              </a:spcBef>
              <a:spcAft>
                <a:spcPts val="1000"/>
              </a:spcAft>
              <a:buClr>
                <a:schemeClr val="lt1"/>
              </a:buClr>
              <a:buSzPts val="1800"/>
              <a:buFont typeface="Plus Jakarta Sans"/>
              <a:buNone/>
              <a:defRPr sz="1800">
                <a:latin typeface="Plus Jakarta Sans"/>
                <a:ea typeface="Plus Jakarta Sans"/>
                <a:cs typeface="Plus Jakarta Sans"/>
                <a:sym typeface="Plus Jakarta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BLANK_1_1_1_1_1_1_1_1_1_1_1_1_1_1_1_1_1_1_1_1_1_1_1_1_1_1">
    <p:bg>
      <p:bgPr>
        <a:solidFill>
          <a:schemeClr val="accent5"/>
        </a:solidFill>
      </p:bgPr>
    </p:bg>
    <p:spTree>
      <p:nvGrpSpPr>
        <p:cNvPr id="189" name="Shape 189"/>
        <p:cNvGrpSpPr/>
        <p:nvPr/>
      </p:nvGrpSpPr>
      <p:grpSpPr>
        <a:xfrm>
          <a:off x="0" y="0"/>
          <a:ext cx="0" cy="0"/>
          <a:chOff x="0" y="0"/>
          <a:chExt cx="0" cy="0"/>
        </a:xfrm>
      </p:grpSpPr>
      <p:sp>
        <p:nvSpPr>
          <p:cNvPr id="190" name="Google Shape;190;p31"/>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9pPr>
          </a:lstStyle>
          <a:p/>
        </p:txBody>
      </p:sp>
      <p:sp>
        <p:nvSpPr>
          <p:cNvPr id="191" name="Google Shape;191;p31"/>
          <p:cNvSpPr txBox="1"/>
          <p:nvPr>
            <p:ph idx="1" type="subTitle"/>
          </p:nvPr>
        </p:nvSpPr>
        <p:spPr>
          <a:xfrm>
            <a:off x="228600" y="952675"/>
            <a:ext cx="6480300" cy="17034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1pPr>
            <a:lvl2pPr lvl="1">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2pPr>
            <a:lvl3pPr lvl="2">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3pPr>
            <a:lvl4pPr lvl="3">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4pPr>
            <a:lvl5pPr lvl="4">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5pPr>
            <a:lvl6pPr lvl="5">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6pPr>
            <a:lvl7pPr lvl="6">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7pPr>
            <a:lvl8pPr lvl="7">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8pPr>
            <a:lvl9pPr lvl="8">
              <a:lnSpc>
                <a:spcPct val="115000"/>
              </a:lnSpc>
              <a:spcBef>
                <a:spcPts val="1000"/>
              </a:spcBef>
              <a:spcAft>
                <a:spcPts val="100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odboard 1">
  <p:cSld name="BLANK_1_1_1_1_1_1_1_1_1_1_1_1_1_1_1_1_1_1_1_1_1_1_1_1_1_2">
    <p:spTree>
      <p:nvGrpSpPr>
        <p:cNvPr id="192" name="Shape 192"/>
        <p:cNvGrpSpPr/>
        <p:nvPr/>
      </p:nvGrpSpPr>
      <p:grpSpPr>
        <a:xfrm>
          <a:off x="0" y="0"/>
          <a:ext cx="0" cy="0"/>
          <a:chOff x="0" y="0"/>
          <a:chExt cx="0" cy="0"/>
        </a:xfrm>
      </p:grpSpPr>
      <p:sp>
        <p:nvSpPr>
          <p:cNvPr id="193" name="Google Shape;193;p32"/>
          <p:cNvSpPr/>
          <p:nvPr>
            <p:ph idx="2" type="pic"/>
          </p:nvPr>
        </p:nvSpPr>
        <p:spPr>
          <a:xfrm>
            <a:off x="4577975" y="632250"/>
            <a:ext cx="4349400" cy="4281600"/>
          </a:xfrm>
          <a:prstGeom prst="roundRect">
            <a:avLst>
              <a:gd fmla="val 6217" name="adj"/>
            </a:avLst>
          </a:prstGeom>
          <a:noFill/>
          <a:ln>
            <a:noFill/>
          </a:ln>
        </p:spPr>
      </p:sp>
      <p:sp>
        <p:nvSpPr>
          <p:cNvPr id="194" name="Google Shape;194;p32"/>
          <p:cNvSpPr/>
          <p:nvPr>
            <p:ph idx="3" type="pic"/>
          </p:nvPr>
        </p:nvSpPr>
        <p:spPr>
          <a:xfrm>
            <a:off x="228775" y="2621175"/>
            <a:ext cx="4238400" cy="2293500"/>
          </a:xfrm>
          <a:prstGeom prst="roundRect">
            <a:avLst>
              <a:gd fmla="val 9802" name="adj"/>
            </a:avLst>
          </a:prstGeom>
          <a:noFill/>
          <a:ln>
            <a:noFill/>
          </a:ln>
        </p:spPr>
      </p:sp>
      <p:sp>
        <p:nvSpPr>
          <p:cNvPr id="195" name="Google Shape;195;p32"/>
          <p:cNvSpPr/>
          <p:nvPr>
            <p:ph idx="4" type="pic"/>
          </p:nvPr>
        </p:nvSpPr>
        <p:spPr>
          <a:xfrm>
            <a:off x="228775" y="632025"/>
            <a:ext cx="2068500" cy="1890900"/>
          </a:xfrm>
          <a:prstGeom prst="roundRect">
            <a:avLst>
              <a:gd fmla="val 11889" name="adj"/>
            </a:avLst>
          </a:prstGeom>
          <a:noFill/>
          <a:ln>
            <a:noFill/>
          </a:ln>
        </p:spPr>
      </p:sp>
      <p:sp>
        <p:nvSpPr>
          <p:cNvPr id="196" name="Google Shape;196;p32"/>
          <p:cNvSpPr/>
          <p:nvPr>
            <p:ph idx="5" type="pic"/>
          </p:nvPr>
        </p:nvSpPr>
        <p:spPr>
          <a:xfrm>
            <a:off x="2403375" y="632025"/>
            <a:ext cx="2068500" cy="1890900"/>
          </a:xfrm>
          <a:prstGeom prst="roundRect">
            <a:avLst>
              <a:gd fmla="val 11889" name="adj"/>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odboard 2">
  <p:cSld name="BLANK_1_1_1_1_1_1_1_1_1_1_1_1_1_1_1_1_1_1_1_1_1_1_1_1_1_2_1">
    <p:spTree>
      <p:nvGrpSpPr>
        <p:cNvPr id="197" name="Shape 197"/>
        <p:cNvGrpSpPr/>
        <p:nvPr/>
      </p:nvGrpSpPr>
      <p:grpSpPr>
        <a:xfrm>
          <a:off x="0" y="0"/>
          <a:ext cx="0" cy="0"/>
          <a:chOff x="0" y="0"/>
          <a:chExt cx="0" cy="0"/>
        </a:xfrm>
      </p:grpSpPr>
      <p:sp>
        <p:nvSpPr>
          <p:cNvPr id="198" name="Google Shape;198;p33"/>
          <p:cNvSpPr/>
          <p:nvPr>
            <p:ph idx="2" type="pic"/>
          </p:nvPr>
        </p:nvSpPr>
        <p:spPr>
          <a:xfrm>
            <a:off x="228625" y="632025"/>
            <a:ext cx="2085300" cy="2768700"/>
          </a:xfrm>
          <a:prstGeom prst="round2SameRect">
            <a:avLst>
              <a:gd fmla="val 11780" name="adj1"/>
              <a:gd fmla="val 0" name="adj2"/>
            </a:avLst>
          </a:prstGeom>
          <a:noFill/>
          <a:ln>
            <a:noFill/>
          </a:ln>
        </p:spPr>
      </p:sp>
      <p:sp>
        <p:nvSpPr>
          <p:cNvPr id="199" name="Google Shape;199;p33"/>
          <p:cNvSpPr txBox="1"/>
          <p:nvPr>
            <p:ph idx="1" type="subTitle"/>
          </p:nvPr>
        </p:nvSpPr>
        <p:spPr>
          <a:xfrm>
            <a:off x="401700" y="35680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200" name="Google Shape;200;p33"/>
          <p:cNvSpPr/>
          <p:nvPr>
            <p:ph idx="3" type="pic"/>
          </p:nvPr>
        </p:nvSpPr>
        <p:spPr>
          <a:xfrm>
            <a:off x="2429113" y="631925"/>
            <a:ext cx="2085300" cy="2768700"/>
          </a:xfrm>
          <a:prstGeom prst="round2SameRect">
            <a:avLst>
              <a:gd fmla="val 11780" name="adj1"/>
              <a:gd fmla="val 0" name="adj2"/>
            </a:avLst>
          </a:prstGeom>
          <a:noFill/>
          <a:ln>
            <a:noFill/>
          </a:ln>
        </p:spPr>
      </p:sp>
      <p:sp>
        <p:nvSpPr>
          <p:cNvPr id="201" name="Google Shape;201;p33"/>
          <p:cNvSpPr txBox="1"/>
          <p:nvPr>
            <p:ph idx="4" type="subTitle"/>
          </p:nvPr>
        </p:nvSpPr>
        <p:spPr>
          <a:xfrm>
            <a:off x="2602188" y="35679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202" name="Google Shape;202;p33"/>
          <p:cNvSpPr/>
          <p:nvPr>
            <p:ph idx="5" type="pic"/>
          </p:nvPr>
        </p:nvSpPr>
        <p:spPr>
          <a:xfrm>
            <a:off x="4629600" y="631925"/>
            <a:ext cx="2085300" cy="2768700"/>
          </a:xfrm>
          <a:prstGeom prst="round2SameRect">
            <a:avLst>
              <a:gd fmla="val 11780" name="adj1"/>
              <a:gd fmla="val 0" name="adj2"/>
            </a:avLst>
          </a:prstGeom>
          <a:noFill/>
          <a:ln>
            <a:noFill/>
          </a:ln>
        </p:spPr>
      </p:sp>
      <p:sp>
        <p:nvSpPr>
          <p:cNvPr id="203" name="Google Shape;203;p33"/>
          <p:cNvSpPr txBox="1"/>
          <p:nvPr>
            <p:ph idx="6" type="subTitle"/>
          </p:nvPr>
        </p:nvSpPr>
        <p:spPr>
          <a:xfrm>
            <a:off x="4802675" y="35679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204" name="Google Shape;204;p33"/>
          <p:cNvSpPr/>
          <p:nvPr>
            <p:ph idx="7" type="pic"/>
          </p:nvPr>
        </p:nvSpPr>
        <p:spPr>
          <a:xfrm>
            <a:off x="6830075" y="632025"/>
            <a:ext cx="2085300" cy="2768700"/>
          </a:xfrm>
          <a:prstGeom prst="round2SameRect">
            <a:avLst>
              <a:gd fmla="val 11780" name="adj1"/>
              <a:gd fmla="val 0" name="adj2"/>
            </a:avLst>
          </a:prstGeom>
          <a:noFill/>
          <a:ln>
            <a:noFill/>
          </a:ln>
        </p:spPr>
      </p:sp>
      <p:sp>
        <p:nvSpPr>
          <p:cNvPr id="205" name="Google Shape;205;p33"/>
          <p:cNvSpPr txBox="1"/>
          <p:nvPr>
            <p:ph idx="8" type="subTitle"/>
          </p:nvPr>
        </p:nvSpPr>
        <p:spPr>
          <a:xfrm>
            <a:off x="7003150" y="35680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ITLE_1_1_4">
    <p:spTree>
      <p:nvGrpSpPr>
        <p:cNvPr id="206" name="Shape 206"/>
        <p:cNvGrpSpPr/>
        <p:nvPr/>
      </p:nvGrpSpPr>
      <p:grpSpPr>
        <a:xfrm>
          <a:off x="0" y="0"/>
          <a:ext cx="0" cy="0"/>
          <a:chOff x="0" y="0"/>
          <a:chExt cx="0" cy="0"/>
        </a:xfrm>
      </p:grpSpPr>
      <p:sp>
        <p:nvSpPr>
          <p:cNvPr id="207" name="Google Shape;207;p34"/>
          <p:cNvSpPr/>
          <p:nvPr/>
        </p:nvSpPr>
        <p:spPr>
          <a:xfrm>
            <a:off x="6625332" y="229950"/>
            <a:ext cx="2283000" cy="2283000"/>
          </a:xfrm>
          <a:prstGeom prst="roundRect">
            <a:avLst>
              <a:gd fmla="val 12219"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208" name="Google Shape;208;p34"/>
          <p:cNvSpPr/>
          <p:nvPr/>
        </p:nvSpPr>
        <p:spPr>
          <a:xfrm>
            <a:off x="235213" y="229950"/>
            <a:ext cx="6282300" cy="4683600"/>
          </a:xfrm>
          <a:prstGeom prst="roundRect">
            <a:avLst>
              <a:gd fmla="val 5845"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209" name="Google Shape;209;p34"/>
          <p:cNvSpPr/>
          <p:nvPr/>
        </p:nvSpPr>
        <p:spPr>
          <a:xfrm>
            <a:off x="6625786" y="2630415"/>
            <a:ext cx="2283000" cy="2283000"/>
          </a:xfrm>
          <a:prstGeom prst="roundRect">
            <a:avLst>
              <a:gd fmla="val 1221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nter"/>
                <a:ea typeface="Inter"/>
                <a:cs typeface="Inter"/>
                <a:sym typeface="Inter"/>
              </a:rPr>
              <a:t> </a:t>
            </a:r>
            <a:endParaRPr>
              <a:solidFill>
                <a:schemeClr val="dk1"/>
              </a:solidFill>
              <a:latin typeface="Inter"/>
              <a:ea typeface="Inter"/>
              <a:cs typeface="Inter"/>
              <a:sym typeface="Inter"/>
            </a:endParaRPr>
          </a:p>
        </p:txBody>
      </p:sp>
      <p:sp>
        <p:nvSpPr>
          <p:cNvPr id="210" name="Google Shape;210;p34"/>
          <p:cNvSpPr txBox="1"/>
          <p:nvPr>
            <p:ph type="title"/>
          </p:nvPr>
        </p:nvSpPr>
        <p:spPr>
          <a:xfrm>
            <a:off x="570013" y="3961157"/>
            <a:ext cx="5582100" cy="603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1pPr>
            <a:lvl2pPr lvl="1">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2pPr>
            <a:lvl3pPr lvl="2">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3pPr>
            <a:lvl4pPr lvl="3">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4pPr>
            <a:lvl5pPr lvl="4">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5pPr>
            <a:lvl6pPr lvl="5">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6pPr>
            <a:lvl7pPr lvl="6">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7pPr>
            <a:lvl8pPr lvl="7">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8pPr>
            <a:lvl9pPr lvl="8">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9pPr>
          </a:lstStyle>
          <a:p/>
        </p:txBody>
      </p:sp>
      <p:sp>
        <p:nvSpPr>
          <p:cNvPr descr="A donut shape" id="211" name="Google Shape;211;p34"/>
          <p:cNvSpPr/>
          <p:nvPr/>
        </p:nvSpPr>
        <p:spPr>
          <a:xfrm>
            <a:off x="7134588" y="3139675"/>
            <a:ext cx="1264500" cy="1264500"/>
          </a:xfrm>
          <a:prstGeom prst="donut">
            <a:avLst>
              <a:gd fmla="val 25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descr="A star icon" id="212" name="Google Shape;212;p34"/>
          <p:cNvSpPr/>
          <p:nvPr/>
        </p:nvSpPr>
        <p:spPr>
          <a:xfrm>
            <a:off x="7092288" y="697800"/>
            <a:ext cx="1349100" cy="1347300"/>
          </a:xfrm>
          <a:prstGeom prst="plaque">
            <a:avLst>
              <a:gd fmla="val 44918"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
  <p:cSld name="CUSTOM">
    <p:spTree>
      <p:nvGrpSpPr>
        <p:cNvPr id="213" name="Shape 213"/>
        <p:cNvGrpSpPr/>
        <p:nvPr/>
      </p:nvGrpSpPr>
      <p:grpSpPr>
        <a:xfrm>
          <a:off x="0" y="0"/>
          <a:ext cx="0" cy="0"/>
          <a:chOff x="0" y="0"/>
          <a:chExt cx="0" cy="0"/>
        </a:xfrm>
      </p:grpSpPr>
      <p:sp>
        <p:nvSpPr>
          <p:cNvPr id="214" name="Google Shape;214;p35"/>
          <p:cNvSpPr/>
          <p:nvPr/>
        </p:nvSpPr>
        <p:spPr>
          <a:xfrm rot="5400000">
            <a:off x="-285900" y="285900"/>
            <a:ext cx="5143500" cy="4571700"/>
          </a:xfrm>
          <a:prstGeom prst="round2SameRect">
            <a:avLst>
              <a:gd fmla="val 6890" name="adj1"/>
              <a:gd fmla="val 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215" name="Google Shape;215;p35"/>
          <p:cNvSpPr txBox="1"/>
          <p:nvPr>
            <p:ph idx="1" type="subTitle"/>
          </p:nvPr>
        </p:nvSpPr>
        <p:spPr>
          <a:xfrm>
            <a:off x="293700" y="295600"/>
            <a:ext cx="772500" cy="161400"/>
          </a:xfrm>
          <a:prstGeom prst="rect">
            <a:avLst/>
          </a:prstGeom>
        </p:spPr>
        <p:txBody>
          <a:bodyPr anchorCtr="0" anchor="t" bIns="0" lIns="0" spcFirstLastPara="1" rIns="0" wrap="square" tIns="0">
            <a:noAutofit/>
          </a:bodyPr>
          <a:lstStyle>
            <a:lvl1pPr lvl="0" algn="ctr">
              <a:spcBef>
                <a:spcPts val="0"/>
              </a:spcBef>
              <a:spcAft>
                <a:spcPts val="0"/>
              </a:spcAft>
              <a:buClr>
                <a:schemeClr val="accent4"/>
              </a:buClr>
              <a:buSzPts val="1000"/>
              <a:buNone/>
              <a:defRPr sz="10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16" name="Google Shape;216;p35"/>
          <p:cNvSpPr txBox="1"/>
          <p:nvPr>
            <p:ph idx="2" type="subTitle"/>
          </p:nvPr>
        </p:nvSpPr>
        <p:spPr>
          <a:xfrm>
            <a:off x="4810050" y="462400"/>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217" name="Google Shape;217;p35"/>
          <p:cNvSpPr txBox="1"/>
          <p:nvPr>
            <p:ph idx="3" type="subTitle"/>
          </p:nvPr>
        </p:nvSpPr>
        <p:spPr>
          <a:xfrm>
            <a:off x="4810050" y="1406975"/>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18" name="Google Shape;218;p35"/>
          <p:cNvSpPr txBox="1"/>
          <p:nvPr>
            <p:ph idx="4" type="subTitle"/>
          </p:nvPr>
        </p:nvSpPr>
        <p:spPr>
          <a:xfrm>
            <a:off x="4810050" y="2351550"/>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219" name="Google Shape;219;p35"/>
          <p:cNvSpPr txBox="1"/>
          <p:nvPr>
            <p:ph idx="5" type="subTitle"/>
          </p:nvPr>
        </p:nvSpPr>
        <p:spPr>
          <a:xfrm>
            <a:off x="4810050" y="3296125"/>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220" name="Google Shape;220;p35"/>
          <p:cNvSpPr txBox="1"/>
          <p:nvPr>
            <p:ph idx="6" type="subTitle"/>
          </p:nvPr>
        </p:nvSpPr>
        <p:spPr>
          <a:xfrm>
            <a:off x="4810050" y="4240700"/>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221" name="Google Shape;221;p35"/>
          <p:cNvSpPr txBox="1"/>
          <p:nvPr>
            <p:ph type="title"/>
          </p:nvPr>
        </p:nvSpPr>
        <p:spPr>
          <a:xfrm>
            <a:off x="228600" y="1001425"/>
            <a:ext cx="3912900" cy="24870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3000"/>
              <a:buNone/>
              <a:defRPr sz="3000">
                <a:solidFill>
                  <a:schemeClr val="lt2"/>
                </a:solidFill>
              </a:defRPr>
            </a:lvl1pPr>
            <a:lvl2pPr lvl="1">
              <a:spcBef>
                <a:spcPts val="0"/>
              </a:spcBef>
              <a:spcAft>
                <a:spcPts val="0"/>
              </a:spcAft>
              <a:buClr>
                <a:schemeClr val="lt2"/>
              </a:buClr>
              <a:buSzPts val="3000"/>
              <a:buNone/>
              <a:defRPr sz="3000">
                <a:solidFill>
                  <a:schemeClr val="lt2"/>
                </a:solidFill>
              </a:defRPr>
            </a:lvl2pPr>
            <a:lvl3pPr lvl="2">
              <a:spcBef>
                <a:spcPts val="0"/>
              </a:spcBef>
              <a:spcAft>
                <a:spcPts val="0"/>
              </a:spcAft>
              <a:buClr>
                <a:schemeClr val="lt2"/>
              </a:buClr>
              <a:buSzPts val="3000"/>
              <a:buNone/>
              <a:defRPr sz="3000">
                <a:solidFill>
                  <a:schemeClr val="lt2"/>
                </a:solidFill>
              </a:defRPr>
            </a:lvl3pPr>
            <a:lvl4pPr lvl="3">
              <a:spcBef>
                <a:spcPts val="0"/>
              </a:spcBef>
              <a:spcAft>
                <a:spcPts val="0"/>
              </a:spcAft>
              <a:buClr>
                <a:schemeClr val="lt2"/>
              </a:buClr>
              <a:buSzPts val="3000"/>
              <a:buNone/>
              <a:defRPr sz="3000">
                <a:solidFill>
                  <a:schemeClr val="lt2"/>
                </a:solidFill>
              </a:defRPr>
            </a:lvl4pPr>
            <a:lvl5pPr lvl="4">
              <a:spcBef>
                <a:spcPts val="0"/>
              </a:spcBef>
              <a:spcAft>
                <a:spcPts val="0"/>
              </a:spcAft>
              <a:buClr>
                <a:schemeClr val="lt2"/>
              </a:buClr>
              <a:buSzPts val="3000"/>
              <a:buNone/>
              <a:defRPr sz="3000">
                <a:solidFill>
                  <a:schemeClr val="lt2"/>
                </a:solidFill>
              </a:defRPr>
            </a:lvl5pPr>
            <a:lvl6pPr lvl="5">
              <a:spcBef>
                <a:spcPts val="0"/>
              </a:spcBef>
              <a:spcAft>
                <a:spcPts val="0"/>
              </a:spcAft>
              <a:buClr>
                <a:schemeClr val="lt2"/>
              </a:buClr>
              <a:buSzPts val="3000"/>
              <a:buNone/>
              <a:defRPr sz="3000">
                <a:solidFill>
                  <a:schemeClr val="lt2"/>
                </a:solidFill>
              </a:defRPr>
            </a:lvl6pPr>
            <a:lvl7pPr lvl="6">
              <a:spcBef>
                <a:spcPts val="0"/>
              </a:spcBef>
              <a:spcAft>
                <a:spcPts val="0"/>
              </a:spcAft>
              <a:buClr>
                <a:schemeClr val="lt2"/>
              </a:buClr>
              <a:buSzPts val="3000"/>
              <a:buNone/>
              <a:defRPr sz="3000">
                <a:solidFill>
                  <a:schemeClr val="lt2"/>
                </a:solidFill>
              </a:defRPr>
            </a:lvl7pPr>
            <a:lvl8pPr lvl="7">
              <a:spcBef>
                <a:spcPts val="0"/>
              </a:spcBef>
              <a:spcAft>
                <a:spcPts val="0"/>
              </a:spcAft>
              <a:buClr>
                <a:schemeClr val="lt2"/>
              </a:buClr>
              <a:buSzPts val="3000"/>
              <a:buNone/>
              <a:defRPr sz="3000">
                <a:solidFill>
                  <a:schemeClr val="lt2"/>
                </a:solidFill>
              </a:defRPr>
            </a:lvl8pPr>
            <a:lvl9pPr lvl="8">
              <a:spcBef>
                <a:spcPts val="0"/>
              </a:spcBef>
              <a:spcAft>
                <a:spcPts val="0"/>
              </a:spcAft>
              <a:buClr>
                <a:schemeClr val="lt2"/>
              </a:buClr>
              <a:buSzPts val="3000"/>
              <a:buNone/>
              <a:defRPr sz="3000">
                <a:solidFill>
                  <a:schemeClr val="lt2"/>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r journey ">
  <p:cSld name="CUSTOM_1">
    <p:spTree>
      <p:nvGrpSpPr>
        <p:cNvPr id="222" name="Shape 222"/>
        <p:cNvGrpSpPr/>
        <p:nvPr/>
      </p:nvGrpSpPr>
      <p:grpSpPr>
        <a:xfrm>
          <a:off x="0" y="0"/>
          <a:ext cx="0" cy="0"/>
          <a:chOff x="0" y="0"/>
          <a:chExt cx="0" cy="0"/>
        </a:xfrm>
      </p:grpSpPr>
      <p:sp>
        <p:nvSpPr>
          <p:cNvPr id="223" name="Google Shape;223;p36"/>
          <p:cNvSpPr/>
          <p:nvPr/>
        </p:nvSpPr>
        <p:spPr>
          <a:xfrm>
            <a:off x="228600" y="229900"/>
            <a:ext cx="992400" cy="292800"/>
          </a:xfrm>
          <a:prstGeom prst="roundRect">
            <a:avLst>
              <a:gd fmla="val 268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Plus Jakarta Sans Medium"/>
                <a:ea typeface="Plus Jakarta Sans Medium"/>
                <a:cs typeface="Plus Jakarta Sans Medium"/>
                <a:sym typeface="Plus Jakarta Sans Medium"/>
              </a:rPr>
              <a:t>User journey</a:t>
            </a:r>
            <a:endParaRPr sz="1000">
              <a:solidFill>
                <a:schemeClr val="accent3"/>
              </a:solidFill>
              <a:latin typeface="Plus Jakarta Sans Medium"/>
              <a:ea typeface="Plus Jakarta Sans Medium"/>
              <a:cs typeface="Plus Jakarta Sans Medium"/>
              <a:sym typeface="Plus Jakarta Sans Medium"/>
            </a:endParaRPr>
          </a:p>
        </p:txBody>
      </p:sp>
      <p:sp>
        <p:nvSpPr>
          <p:cNvPr id="224" name="Google Shape;224;p36"/>
          <p:cNvSpPr/>
          <p:nvPr>
            <p:ph idx="2" type="pic"/>
          </p:nvPr>
        </p:nvSpPr>
        <p:spPr>
          <a:xfrm>
            <a:off x="230700" y="911875"/>
            <a:ext cx="1751400" cy="2634000"/>
          </a:xfrm>
          <a:prstGeom prst="round2SameRect">
            <a:avLst>
              <a:gd fmla="val 12650" name="adj1"/>
              <a:gd fmla="val 0" name="adj2"/>
            </a:avLst>
          </a:prstGeom>
          <a:noFill/>
          <a:ln>
            <a:noFill/>
          </a:ln>
        </p:spPr>
      </p:sp>
      <p:sp>
        <p:nvSpPr>
          <p:cNvPr id="225" name="Google Shape;225;p36"/>
          <p:cNvSpPr txBox="1"/>
          <p:nvPr>
            <p:ph idx="1" type="subTitle"/>
          </p:nvPr>
        </p:nvSpPr>
        <p:spPr>
          <a:xfrm>
            <a:off x="314750" y="3677475"/>
            <a:ext cx="1565400" cy="389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26" name="Google Shape;226;p36"/>
          <p:cNvSpPr/>
          <p:nvPr>
            <p:ph idx="3" type="pic"/>
          </p:nvPr>
        </p:nvSpPr>
        <p:spPr>
          <a:xfrm>
            <a:off x="2867100" y="480475"/>
            <a:ext cx="1746300" cy="1337400"/>
          </a:xfrm>
          <a:prstGeom prst="round2SameRect">
            <a:avLst>
              <a:gd fmla="val 11765" name="adj1"/>
              <a:gd fmla="val 0" name="adj2"/>
            </a:avLst>
          </a:prstGeom>
          <a:noFill/>
          <a:ln>
            <a:noFill/>
          </a:ln>
        </p:spPr>
      </p:sp>
      <p:sp>
        <p:nvSpPr>
          <p:cNvPr id="227" name="Google Shape;227;p36"/>
          <p:cNvSpPr/>
          <p:nvPr>
            <p:ph idx="4" type="pic"/>
          </p:nvPr>
        </p:nvSpPr>
        <p:spPr>
          <a:xfrm>
            <a:off x="2867100" y="2804388"/>
            <a:ext cx="1746300" cy="1337400"/>
          </a:xfrm>
          <a:prstGeom prst="round2SameRect">
            <a:avLst>
              <a:gd fmla="val 11765" name="adj1"/>
              <a:gd fmla="val 0" name="adj2"/>
            </a:avLst>
          </a:prstGeom>
          <a:noFill/>
          <a:ln>
            <a:noFill/>
          </a:ln>
        </p:spPr>
      </p:sp>
      <p:sp>
        <p:nvSpPr>
          <p:cNvPr id="228" name="Google Shape;228;p36"/>
          <p:cNvSpPr/>
          <p:nvPr>
            <p:ph idx="5" type="pic"/>
          </p:nvPr>
        </p:nvSpPr>
        <p:spPr>
          <a:xfrm rot="-5400000">
            <a:off x="5934450" y="-27825"/>
            <a:ext cx="1344300" cy="2202000"/>
          </a:xfrm>
          <a:prstGeom prst="round2SameRect">
            <a:avLst>
              <a:gd fmla="val 9438" name="adj1"/>
              <a:gd fmla="val 0" name="adj2"/>
            </a:avLst>
          </a:prstGeom>
          <a:noFill/>
          <a:ln>
            <a:noFill/>
          </a:ln>
        </p:spPr>
      </p:sp>
      <p:sp>
        <p:nvSpPr>
          <p:cNvPr id="229" name="Google Shape;229;p36"/>
          <p:cNvSpPr/>
          <p:nvPr>
            <p:ph idx="6" type="pic"/>
          </p:nvPr>
        </p:nvSpPr>
        <p:spPr>
          <a:xfrm rot="-5400000">
            <a:off x="5934450" y="1470950"/>
            <a:ext cx="1344300" cy="2202000"/>
          </a:xfrm>
          <a:prstGeom prst="round2SameRect">
            <a:avLst>
              <a:gd fmla="val 9438" name="adj1"/>
              <a:gd fmla="val 0" name="adj2"/>
            </a:avLst>
          </a:prstGeom>
          <a:noFill/>
          <a:ln>
            <a:noFill/>
          </a:ln>
        </p:spPr>
      </p:sp>
      <p:sp>
        <p:nvSpPr>
          <p:cNvPr id="230" name="Google Shape;230;p36"/>
          <p:cNvSpPr/>
          <p:nvPr>
            <p:ph idx="7" type="pic"/>
          </p:nvPr>
        </p:nvSpPr>
        <p:spPr>
          <a:xfrm rot="-5400000">
            <a:off x="5934450" y="2969725"/>
            <a:ext cx="1344300" cy="2202000"/>
          </a:xfrm>
          <a:prstGeom prst="round2SameRect">
            <a:avLst>
              <a:gd fmla="val 9438" name="adj1"/>
              <a:gd fmla="val 0" name="adj2"/>
            </a:avLst>
          </a:prstGeom>
          <a:noFill/>
          <a:ln>
            <a:noFill/>
          </a:ln>
        </p:spPr>
      </p:sp>
      <p:sp>
        <p:nvSpPr>
          <p:cNvPr id="231" name="Google Shape;231;p36"/>
          <p:cNvSpPr txBox="1"/>
          <p:nvPr>
            <p:ph idx="8" type="subTitle"/>
          </p:nvPr>
        </p:nvSpPr>
        <p:spPr>
          <a:xfrm>
            <a:off x="2961150" y="1899800"/>
            <a:ext cx="1565400" cy="389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32" name="Google Shape;232;p36"/>
          <p:cNvSpPr txBox="1"/>
          <p:nvPr>
            <p:ph idx="9" type="subTitle"/>
          </p:nvPr>
        </p:nvSpPr>
        <p:spPr>
          <a:xfrm>
            <a:off x="2961150" y="4252075"/>
            <a:ext cx="1565400" cy="389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33" name="Google Shape;233;p36"/>
          <p:cNvSpPr txBox="1"/>
          <p:nvPr>
            <p:ph idx="13" type="subTitle"/>
          </p:nvPr>
        </p:nvSpPr>
        <p:spPr>
          <a:xfrm>
            <a:off x="7827000" y="522700"/>
            <a:ext cx="952500" cy="1070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234" name="Google Shape;234;p36"/>
          <p:cNvSpPr txBox="1"/>
          <p:nvPr>
            <p:ph idx="14" type="subTitle"/>
          </p:nvPr>
        </p:nvSpPr>
        <p:spPr>
          <a:xfrm>
            <a:off x="7827000" y="2036750"/>
            <a:ext cx="952500" cy="1070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235" name="Google Shape;235;p36"/>
          <p:cNvSpPr txBox="1"/>
          <p:nvPr>
            <p:ph idx="15" type="subTitle"/>
          </p:nvPr>
        </p:nvSpPr>
        <p:spPr>
          <a:xfrm>
            <a:off x="7827000" y="3550800"/>
            <a:ext cx="952500" cy="1070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r journey ALT 1">
  <p:cSld name="CUSTOM_2">
    <p:spTree>
      <p:nvGrpSpPr>
        <p:cNvPr id="236" name="Shape 236"/>
        <p:cNvGrpSpPr/>
        <p:nvPr/>
      </p:nvGrpSpPr>
      <p:grpSpPr>
        <a:xfrm>
          <a:off x="0" y="0"/>
          <a:ext cx="0" cy="0"/>
          <a:chOff x="0" y="0"/>
          <a:chExt cx="0" cy="0"/>
        </a:xfrm>
      </p:grpSpPr>
      <p:sp>
        <p:nvSpPr>
          <p:cNvPr id="237" name="Google Shape;237;p37"/>
          <p:cNvSpPr/>
          <p:nvPr/>
        </p:nvSpPr>
        <p:spPr>
          <a:xfrm>
            <a:off x="228600" y="229900"/>
            <a:ext cx="992400" cy="292800"/>
          </a:xfrm>
          <a:prstGeom prst="roundRect">
            <a:avLst>
              <a:gd fmla="val 268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Plus Jakarta Sans Medium"/>
                <a:ea typeface="Plus Jakarta Sans Medium"/>
                <a:cs typeface="Plus Jakarta Sans Medium"/>
                <a:sym typeface="Plus Jakarta Sans Medium"/>
              </a:rPr>
              <a:t>User journey</a:t>
            </a:r>
            <a:endParaRPr sz="1000">
              <a:solidFill>
                <a:schemeClr val="accent3"/>
              </a:solidFill>
              <a:latin typeface="Plus Jakarta Sans Medium"/>
              <a:ea typeface="Plus Jakarta Sans Medium"/>
              <a:cs typeface="Plus Jakarta Sans Medium"/>
              <a:sym typeface="Plus Jakarta Sans Medium"/>
            </a:endParaRPr>
          </a:p>
        </p:txBody>
      </p:sp>
      <p:sp>
        <p:nvSpPr>
          <p:cNvPr id="238" name="Google Shape;238;p37"/>
          <p:cNvSpPr txBox="1"/>
          <p:nvPr>
            <p:ph idx="1" type="body"/>
          </p:nvPr>
        </p:nvSpPr>
        <p:spPr>
          <a:xfrm>
            <a:off x="347850" y="1888450"/>
            <a:ext cx="1780800" cy="14328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39" name="Google Shape;239;p37"/>
          <p:cNvSpPr txBox="1"/>
          <p:nvPr>
            <p:ph idx="2" type="body"/>
          </p:nvPr>
        </p:nvSpPr>
        <p:spPr>
          <a:xfrm>
            <a:off x="6079400" y="405850"/>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40" name="Google Shape;240;p37"/>
          <p:cNvSpPr txBox="1"/>
          <p:nvPr>
            <p:ph idx="3" type="body"/>
          </p:nvPr>
        </p:nvSpPr>
        <p:spPr>
          <a:xfrm>
            <a:off x="6079400" y="1606817"/>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41" name="Google Shape;241;p37"/>
          <p:cNvSpPr txBox="1"/>
          <p:nvPr>
            <p:ph idx="4" type="body"/>
          </p:nvPr>
        </p:nvSpPr>
        <p:spPr>
          <a:xfrm>
            <a:off x="6079400" y="2807783"/>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42" name="Google Shape;242;p37"/>
          <p:cNvSpPr txBox="1"/>
          <p:nvPr>
            <p:ph idx="5" type="body"/>
          </p:nvPr>
        </p:nvSpPr>
        <p:spPr>
          <a:xfrm>
            <a:off x="6079400" y="4008750"/>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43" name="Google Shape;243;p37"/>
          <p:cNvSpPr txBox="1"/>
          <p:nvPr>
            <p:ph idx="6" type="body"/>
          </p:nvPr>
        </p:nvSpPr>
        <p:spPr>
          <a:xfrm>
            <a:off x="3213625" y="662625"/>
            <a:ext cx="1780800" cy="14328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44" name="Google Shape;244;p37"/>
          <p:cNvSpPr txBox="1"/>
          <p:nvPr>
            <p:ph idx="7" type="body"/>
          </p:nvPr>
        </p:nvSpPr>
        <p:spPr>
          <a:xfrm>
            <a:off x="3213625" y="3056300"/>
            <a:ext cx="1780800" cy="14328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45" name="Shape 245"/>
        <p:cNvGrpSpPr/>
        <p:nvPr/>
      </p:nvGrpSpPr>
      <p:grpSpPr>
        <a:xfrm>
          <a:off x="0" y="0"/>
          <a:ext cx="0" cy="0"/>
          <a:chOff x="0" y="0"/>
          <a:chExt cx="0" cy="0"/>
        </a:xfrm>
      </p:grpSpPr>
      <p:sp>
        <p:nvSpPr>
          <p:cNvPr id="246" name="Google Shape;246;p3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47" name="Shape 247"/>
        <p:cNvGrpSpPr/>
        <p:nvPr/>
      </p:nvGrpSpPr>
      <p:grpSpPr>
        <a:xfrm>
          <a:off x="0" y="0"/>
          <a:ext cx="0" cy="0"/>
          <a:chOff x="0" y="0"/>
          <a:chExt cx="0" cy="0"/>
        </a:xfrm>
      </p:grpSpPr>
      <p:sp>
        <p:nvSpPr>
          <p:cNvPr id="248" name="Google Shape;248;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9" name="Google Shape;249;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50" name="Shape 250"/>
        <p:cNvGrpSpPr/>
        <p:nvPr/>
      </p:nvGrpSpPr>
      <p:grpSpPr>
        <a:xfrm>
          <a:off x="0" y="0"/>
          <a:ext cx="0" cy="0"/>
          <a:chOff x="0" y="0"/>
          <a:chExt cx="0" cy="0"/>
        </a:xfrm>
      </p:grpSpPr>
      <p:sp>
        <p:nvSpPr>
          <p:cNvPr id="251" name="Google Shape;251;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4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3" name="Google Shape;253;p4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54" name="Shape 254"/>
        <p:cNvGrpSpPr/>
        <p:nvPr/>
      </p:nvGrpSpPr>
      <p:grpSpPr>
        <a:xfrm>
          <a:off x="0" y="0"/>
          <a:ext cx="0" cy="0"/>
          <a:chOff x="0" y="0"/>
          <a:chExt cx="0" cy="0"/>
        </a:xfrm>
      </p:grpSpPr>
      <p:sp>
        <p:nvSpPr>
          <p:cNvPr id="255" name="Google Shape;255;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56" name="Shape 256"/>
        <p:cNvGrpSpPr/>
        <p:nvPr/>
      </p:nvGrpSpPr>
      <p:grpSpPr>
        <a:xfrm>
          <a:off x="0" y="0"/>
          <a:ext cx="0" cy="0"/>
          <a:chOff x="0" y="0"/>
          <a:chExt cx="0" cy="0"/>
        </a:xfrm>
      </p:grpSpPr>
      <p:sp>
        <p:nvSpPr>
          <p:cNvPr id="257" name="Google Shape;257;p4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58" name="Google Shape;258;p4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59" name="Shape 259"/>
        <p:cNvGrpSpPr/>
        <p:nvPr/>
      </p:nvGrpSpPr>
      <p:grpSpPr>
        <a:xfrm>
          <a:off x="0" y="0"/>
          <a:ext cx="0" cy="0"/>
          <a:chOff x="0" y="0"/>
          <a:chExt cx="0" cy="0"/>
        </a:xfrm>
      </p:grpSpPr>
      <p:sp>
        <p:nvSpPr>
          <p:cNvPr id="260" name="Google Shape;260;p4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61" name="Shape 261"/>
        <p:cNvGrpSpPr/>
        <p:nvPr/>
      </p:nvGrpSpPr>
      <p:grpSpPr>
        <a:xfrm>
          <a:off x="0" y="0"/>
          <a:ext cx="0" cy="0"/>
          <a:chOff x="0" y="0"/>
          <a:chExt cx="0" cy="0"/>
        </a:xfrm>
      </p:grpSpPr>
      <p:sp>
        <p:nvSpPr>
          <p:cNvPr id="262" name="Google Shape;262;p4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63" name="Google Shape;263;p4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64" name="Google Shape;264;p4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65" name="Shape 265"/>
        <p:cNvGrpSpPr/>
        <p:nvPr/>
      </p:nvGrpSpPr>
      <p:grpSpPr>
        <a:xfrm>
          <a:off x="0" y="0"/>
          <a:ext cx="0" cy="0"/>
          <a:chOff x="0" y="0"/>
          <a:chExt cx="0" cy="0"/>
        </a:xfrm>
      </p:grpSpPr>
      <p:sp>
        <p:nvSpPr>
          <p:cNvPr id="266" name="Google Shape;266;p4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100"/>
              <a:buNone/>
              <a:defRPr/>
            </a:lvl1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67" name="Shape 267"/>
        <p:cNvGrpSpPr/>
        <p:nvPr/>
      </p:nvGrpSpPr>
      <p:grpSpPr>
        <a:xfrm>
          <a:off x="0" y="0"/>
          <a:ext cx="0" cy="0"/>
          <a:chOff x="0" y="0"/>
          <a:chExt cx="0" cy="0"/>
        </a:xfrm>
      </p:grpSpPr>
      <p:sp>
        <p:nvSpPr>
          <p:cNvPr id="268" name="Google Shape;268;p4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69" name="Google Shape;269;p4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70" name="Shape 270"/>
        <p:cNvGrpSpPr/>
        <p:nvPr/>
      </p:nvGrpSpPr>
      <p:grpSpPr>
        <a:xfrm>
          <a:off x="0" y="0"/>
          <a:ext cx="0" cy="0"/>
          <a:chOff x="0" y="0"/>
          <a:chExt cx="0" cy="0"/>
        </a:xfrm>
      </p:grpSpPr>
      <p:sp>
        <p:nvSpPr>
          <p:cNvPr id="271" name="Google Shape;271;p4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4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3" name="Google Shape;273;p4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4" name="Google Shape;274;p4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5" name="Google Shape;275;p4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6" name="Google Shape;276;p4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7" name="Google Shape;277;p4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78" name="Shape 278"/>
        <p:cNvGrpSpPr/>
        <p:nvPr/>
      </p:nvGrpSpPr>
      <p:grpSpPr>
        <a:xfrm>
          <a:off x="0" y="0"/>
          <a:ext cx="0" cy="0"/>
          <a:chOff x="0" y="0"/>
          <a:chExt cx="0" cy="0"/>
        </a:xfrm>
      </p:grpSpPr>
      <p:sp>
        <p:nvSpPr>
          <p:cNvPr id="279" name="Google Shape;279;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 name="Google Shape;280;p48"/>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81" name="Google Shape;281;p4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82" name="Shape 282"/>
        <p:cNvGrpSpPr/>
        <p:nvPr/>
      </p:nvGrpSpPr>
      <p:grpSpPr>
        <a:xfrm>
          <a:off x="0" y="0"/>
          <a:ext cx="0" cy="0"/>
          <a:chOff x="0" y="0"/>
          <a:chExt cx="0" cy="0"/>
        </a:xfrm>
      </p:grpSpPr>
      <p:sp>
        <p:nvSpPr>
          <p:cNvPr id="283" name="Google Shape;283;p4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84" name="Google Shape;284;p49"/>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85" name="Google Shape;285;p4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86" name="Google Shape;286;p4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7" name="Google Shape;287;p4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88" name="Shape 288"/>
        <p:cNvGrpSpPr/>
        <p:nvPr/>
      </p:nvGrpSpPr>
      <p:grpSpPr>
        <a:xfrm>
          <a:off x="0" y="0"/>
          <a:ext cx="0" cy="0"/>
          <a:chOff x="0" y="0"/>
          <a:chExt cx="0" cy="0"/>
        </a:xfrm>
      </p:grpSpPr>
      <p:sp>
        <p:nvSpPr>
          <p:cNvPr id="289" name="Google Shape;289;p50"/>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90" name="Google Shape;290;p5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91" name="Google Shape;291;p5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92" name="Google Shape;292;p5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3" name="Google Shape;293;p5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4" name="Google Shape;294;p5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5" name="Google Shape;295;p5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296" name="Shape 296"/>
        <p:cNvGrpSpPr/>
        <p:nvPr/>
      </p:nvGrpSpPr>
      <p:grpSpPr>
        <a:xfrm>
          <a:off x="0" y="0"/>
          <a:ext cx="0" cy="0"/>
          <a:chOff x="0" y="0"/>
          <a:chExt cx="0" cy="0"/>
        </a:xfrm>
      </p:grpSpPr>
      <p:sp>
        <p:nvSpPr>
          <p:cNvPr id="297" name="Google Shape;297;p51"/>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98" name="Google Shape;298;p5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99" name="Google Shape;299;p5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0" name="Google Shape;300;p5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1" name="Google Shape;301;p5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2" name="Google Shape;302;p5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3" name="Google Shape;303;p5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4" name="Google Shape;304;p5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5" name="Google Shape;305;p5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06" name="Shape 306"/>
        <p:cNvGrpSpPr/>
        <p:nvPr/>
      </p:nvGrpSpPr>
      <p:grpSpPr>
        <a:xfrm>
          <a:off x="0" y="0"/>
          <a:ext cx="0" cy="0"/>
          <a:chOff x="0" y="0"/>
          <a:chExt cx="0" cy="0"/>
        </a:xfrm>
      </p:grpSpPr>
      <p:sp>
        <p:nvSpPr>
          <p:cNvPr id="307" name="Google Shape;307;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5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09" name="Shape 309"/>
        <p:cNvGrpSpPr/>
        <p:nvPr/>
      </p:nvGrpSpPr>
      <p:grpSpPr>
        <a:xfrm>
          <a:off x="0" y="0"/>
          <a:ext cx="0" cy="0"/>
          <a:chOff x="0" y="0"/>
          <a:chExt cx="0" cy="0"/>
        </a:xfrm>
      </p:grpSpPr>
      <p:sp>
        <p:nvSpPr>
          <p:cNvPr id="310" name="Google Shape;310;p53"/>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1" name="Google Shape;311;p53"/>
          <p:cNvSpPr/>
          <p:nvPr>
            <p:ph idx="2" type="pic"/>
          </p:nvPr>
        </p:nvSpPr>
        <p:spPr>
          <a:xfrm>
            <a:off x="4804825" y="1133300"/>
            <a:ext cx="4027500" cy="2392800"/>
          </a:xfrm>
          <a:prstGeom prst="rect">
            <a:avLst/>
          </a:prstGeom>
          <a:noFill/>
          <a:ln>
            <a:noFill/>
          </a:ln>
        </p:spPr>
      </p:sp>
      <p:sp>
        <p:nvSpPr>
          <p:cNvPr id="312" name="Google Shape;312;p53"/>
          <p:cNvSpPr/>
          <p:nvPr>
            <p:ph idx="3" type="pic"/>
          </p:nvPr>
        </p:nvSpPr>
        <p:spPr>
          <a:xfrm>
            <a:off x="311725" y="1133300"/>
            <a:ext cx="4027500" cy="2392800"/>
          </a:xfrm>
          <a:prstGeom prst="rect">
            <a:avLst/>
          </a:prstGeom>
          <a:noFill/>
          <a:ln>
            <a:noFill/>
          </a:ln>
        </p:spPr>
      </p:sp>
      <p:sp>
        <p:nvSpPr>
          <p:cNvPr id="313" name="Google Shape;313;p5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4" name="Google Shape;314;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5" name="Google Shape;315;p5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16" name="Google Shape;316;p5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17" name="Shape 317"/>
        <p:cNvGrpSpPr/>
        <p:nvPr/>
      </p:nvGrpSpPr>
      <p:grpSpPr>
        <a:xfrm>
          <a:off x="0" y="0"/>
          <a:ext cx="0" cy="0"/>
          <a:chOff x="0" y="0"/>
          <a:chExt cx="0" cy="0"/>
        </a:xfrm>
      </p:grpSpPr>
      <p:sp>
        <p:nvSpPr>
          <p:cNvPr id="318" name="Google Shape;318;p54"/>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9" name="Google Shape;319;p54"/>
          <p:cNvSpPr/>
          <p:nvPr>
            <p:ph idx="2" type="pic"/>
          </p:nvPr>
        </p:nvSpPr>
        <p:spPr>
          <a:xfrm>
            <a:off x="6205225" y="1128325"/>
            <a:ext cx="2627100" cy="2273100"/>
          </a:xfrm>
          <a:prstGeom prst="rect">
            <a:avLst/>
          </a:prstGeom>
          <a:noFill/>
          <a:ln>
            <a:noFill/>
          </a:ln>
        </p:spPr>
      </p:sp>
      <p:sp>
        <p:nvSpPr>
          <p:cNvPr id="320" name="Google Shape;320;p54"/>
          <p:cNvSpPr/>
          <p:nvPr>
            <p:ph idx="3" type="pic"/>
          </p:nvPr>
        </p:nvSpPr>
        <p:spPr>
          <a:xfrm>
            <a:off x="311725" y="1128325"/>
            <a:ext cx="2627100" cy="2273100"/>
          </a:xfrm>
          <a:prstGeom prst="rect">
            <a:avLst/>
          </a:prstGeom>
          <a:noFill/>
          <a:ln>
            <a:noFill/>
          </a:ln>
        </p:spPr>
      </p:sp>
      <p:sp>
        <p:nvSpPr>
          <p:cNvPr id="321" name="Google Shape;321;p5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2" name="Google Shape;322;p54"/>
          <p:cNvSpPr/>
          <p:nvPr>
            <p:ph idx="5" type="pic"/>
          </p:nvPr>
        </p:nvSpPr>
        <p:spPr>
          <a:xfrm>
            <a:off x="3255250" y="1128325"/>
            <a:ext cx="2627100" cy="2273100"/>
          </a:xfrm>
          <a:prstGeom prst="rect">
            <a:avLst/>
          </a:prstGeom>
          <a:noFill/>
          <a:ln>
            <a:noFill/>
          </a:ln>
        </p:spPr>
      </p:sp>
      <p:sp>
        <p:nvSpPr>
          <p:cNvPr id="323" name="Google Shape;323;p5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4" name="Google Shape;324;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5" name="Google Shape;325;p5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26" name="Google Shape;326;p5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27" name="Google Shape;327;p5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28" name="Shape 328"/>
        <p:cNvGrpSpPr/>
        <p:nvPr/>
      </p:nvGrpSpPr>
      <p:grpSpPr>
        <a:xfrm>
          <a:off x="0" y="0"/>
          <a:ext cx="0" cy="0"/>
          <a:chOff x="0" y="0"/>
          <a:chExt cx="0" cy="0"/>
        </a:xfrm>
      </p:grpSpPr>
      <p:sp>
        <p:nvSpPr>
          <p:cNvPr id="329" name="Google Shape;329;p5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30" name="Shape 330"/>
        <p:cNvGrpSpPr/>
        <p:nvPr/>
      </p:nvGrpSpPr>
      <p:grpSpPr>
        <a:xfrm>
          <a:off x="0" y="0"/>
          <a:ext cx="0" cy="0"/>
          <a:chOff x="0" y="0"/>
          <a:chExt cx="0" cy="0"/>
        </a:xfrm>
      </p:grpSpPr>
      <p:sp>
        <p:nvSpPr>
          <p:cNvPr id="331" name="Google Shape;331;p56"/>
          <p:cNvSpPr/>
          <p:nvPr>
            <p:ph idx="2" type="pic"/>
          </p:nvPr>
        </p:nvSpPr>
        <p:spPr>
          <a:xfrm>
            <a:off x="3389600" y="118913"/>
            <a:ext cx="1643700" cy="1535100"/>
          </a:xfrm>
          <a:prstGeom prst="rect">
            <a:avLst/>
          </a:prstGeom>
          <a:noFill/>
          <a:ln>
            <a:noFill/>
          </a:ln>
        </p:spPr>
      </p:sp>
      <p:sp>
        <p:nvSpPr>
          <p:cNvPr id="332" name="Google Shape;332;p56"/>
          <p:cNvSpPr/>
          <p:nvPr>
            <p:ph idx="3" type="pic"/>
          </p:nvPr>
        </p:nvSpPr>
        <p:spPr>
          <a:xfrm>
            <a:off x="5195935" y="118913"/>
            <a:ext cx="1643700" cy="1535100"/>
          </a:xfrm>
          <a:prstGeom prst="rect">
            <a:avLst/>
          </a:prstGeom>
          <a:noFill/>
          <a:ln>
            <a:noFill/>
          </a:ln>
        </p:spPr>
      </p:sp>
      <p:sp>
        <p:nvSpPr>
          <p:cNvPr id="333" name="Google Shape;333;p56"/>
          <p:cNvSpPr/>
          <p:nvPr>
            <p:ph idx="4" type="pic"/>
          </p:nvPr>
        </p:nvSpPr>
        <p:spPr>
          <a:xfrm>
            <a:off x="7002270" y="118913"/>
            <a:ext cx="1643700" cy="1535100"/>
          </a:xfrm>
          <a:prstGeom prst="rect">
            <a:avLst/>
          </a:prstGeom>
          <a:noFill/>
          <a:ln>
            <a:noFill/>
          </a:ln>
        </p:spPr>
      </p:sp>
      <p:sp>
        <p:nvSpPr>
          <p:cNvPr id="334" name="Google Shape;334;p56"/>
          <p:cNvSpPr/>
          <p:nvPr>
            <p:ph idx="5" type="pic"/>
          </p:nvPr>
        </p:nvSpPr>
        <p:spPr>
          <a:xfrm>
            <a:off x="3389588" y="1804212"/>
            <a:ext cx="1643700" cy="1535100"/>
          </a:xfrm>
          <a:prstGeom prst="rect">
            <a:avLst/>
          </a:prstGeom>
          <a:noFill/>
          <a:ln>
            <a:noFill/>
          </a:ln>
        </p:spPr>
      </p:sp>
      <p:sp>
        <p:nvSpPr>
          <p:cNvPr id="335" name="Google Shape;335;p56"/>
          <p:cNvSpPr/>
          <p:nvPr>
            <p:ph idx="6" type="pic"/>
          </p:nvPr>
        </p:nvSpPr>
        <p:spPr>
          <a:xfrm>
            <a:off x="5195922" y="1804212"/>
            <a:ext cx="1643700" cy="1535100"/>
          </a:xfrm>
          <a:prstGeom prst="rect">
            <a:avLst/>
          </a:prstGeom>
          <a:noFill/>
          <a:ln>
            <a:noFill/>
          </a:ln>
        </p:spPr>
      </p:sp>
      <p:sp>
        <p:nvSpPr>
          <p:cNvPr id="336" name="Google Shape;336;p56"/>
          <p:cNvSpPr/>
          <p:nvPr>
            <p:ph idx="7" type="pic"/>
          </p:nvPr>
        </p:nvSpPr>
        <p:spPr>
          <a:xfrm>
            <a:off x="7002257" y="1804212"/>
            <a:ext cx="1643700" cy="1535100"/>
          </a:xfrm>
          <a:prstGeom prst="rect">
            <a:avLst/>
          </a:prstGeom>
          <a:noFill/>
          <a:ln>
            <a:noFill/>
          </a:ln>
        </p:spPr>
      </p:sp>
      <p:sp>
        <p:nvSpPr>
          <p:cNvPr id="337" name="Google Shape;337;p5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8" name="Google Shape;338;p56"/>
          <p:cNvSpPr/>
          <p:nvPr>
            <p:ph idx="8" type="pic"/>
          </p:nvPr>
        </p:nvSpPr>
        <p:spPr>
          <a:xfrm>
            <a:off x="3389588" y="3489487"/>
            <a:ext cx="1643700" cy="1535100"/>
          </a:xfrm>
          <a:prstGeom prst="rect">
            <a:avLst/>
          </a:prstGeom>
          <a:noFill/>
          <a:ln>
            <a:noFill/>
          </a:ln>
        </p:spPr>
      </p:sp>
      <p:sp>
        <p:nvSpPr>
          <p:cNvPr id="339" name="Google Shape;339;p56"/>
          <p:cNvSpPr/>
          <p:nvPr>
            <p:ph idx="9" type="pic"/>
          </p:nvPr>
        </p:nvSpPr>
        <p:spPr>
          <a:xfrm>
            <a:off x="5195922" y="3489487"/>
            <a:ext cx="1643700" cy="1535100"/>
          </a:xfrm>
          <a:prstGeom prst="rect">
            <a:avLst/>
          </a:prstGeom>
          <a:noFill/>
          <a:ln>
            <a:noFill/>
          </a:ln>
        </p:spPr>
      </p:sp>
      <p:sp>
        <p:nvSpPr>
          <p:cNvPr id="340" name="Google Shape;340;p5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theme" Target="../theme/theme2.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41375" y="356475"/>
            <a:ext cx="2860200" cy="450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1pPr>
            <a:lvl2pPr lvl="1">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2pPr>
            <a:lvl3pPr lvl="2">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3pPr>
            <a:lvl4pPr lvl="3">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4pPr>
            <a:lvl5pPr lvl="4">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5pPr>
            <a:lvl6pPr lvl="5">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6pPr>
            <a:lvl7pPr lvl="6">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7pPr>
            <a:lvl8pPr lvl="7">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8pPr>
            <a:lvl9pPr lvl="8">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9pPr>
          </a:lstStyle>
          <a:p/>
        </p:txBody>
      </p:sp>
      <p:sp>
        <p:nvSpPr>
          <p:cNvPr id="52" name="Google Shape;52;p13"/>
          <p:cNvSpPr txBox="1"/>
          <p:nvPr>
            <p:ph idx="1" type="body"/>
          </p:nvPr>
        </p:nvSpPr>
        <p:spPr>
          <a:xfrm>
            <a:off x="477400" y="1551575"/>
            <a:ext cx="5666400" cy="24723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1pPr>
            <a:lvl2pPr indent="-298450" lvl="1" marL="9144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2pPr>
            <a:lvl3pPr indent="-298450" lvl="2" marL="13716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3pPr>
            <a:lvl4pPr indent="-298450" lvl="3" marL="18288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4pPr>
            <a:lvl5pPr indent="-298450" lvl="4" marL="22860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5pPr>
            <a:lvl6pPr indent="-298450" lvl="5" marL="27432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6pPr>
            <a:lvl7pPr indent="-298450" lvl="6" marL="32004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7pPr>
            <a:lvl8pPr indent="-298450" lvl="7" marL="36576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8pPr>
            <a:lvl9pPr indent="-298450" lvl="8" marL="41148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orient="horz" pos="144">
          <p15:clr>
            <a:srgbClr val="E46962"/>
          </p15:clr>
        </p15:guide>
        <p15:guide id="3" pos="144">
          <p15:clr>
            <a:srgbClr val="E46962"/>
          </p15:clr>
        </p15:guide>
        <p15:guide id="4" orient="horz" pos="3096">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xml"/><Relationship Id="rId3" Type="http://schemas.openxmlformats.org/officeDocument/2006/relationships/image" Target="../media/image1.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7"/>
          <p:cNvSpPr/>
          <p:nvPr/>
        </p:nvSpPr>
        <p:spPr>
          <a:xfrm>
            <a:off x="228600" y="1571250"/>
            <a:ext cx="2346300" cy="3572400"/>
          </a:xfrm>
          <a:prstGeom prst="round2SameRect">
            <a:avLst>
              <a:gd fmla="val 8064"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346" name="Google Shape;346;p57"/>
          <p:cNvSpPr/>
          <p:nvPr/>
        </p:nvSpPr>
        <p:spPr>
          <a:xfrm>
            <a:off x="2762925" y="1571250"/>
            <a:ext cx="3820500" cy="3572400"/>
          </a:xfrm>
          <a:prstGeom prst="round2SameRect">
            <a:avLst>
              <a:gd fmla="val 8064"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347" name="Google Shape;347;p57"/>
          <p:cNvSpPr/>
          <p:nvPr/>
        </p:nvSpPr>
        <p:spPr>
          <a:xfrm>
            <a:off x="6667950" y="1571250"/>
            <a:ext cx="2346300" cy="3572400"/>
          </a:xfrm>
          <a:prstGeom prst="round2SameRect">
            <a:avLst>
              <a:gd fmla="val 8064"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348" name="Google Shape;348;p57"/>
          <p:cNvSpPr txBox="1"/>
          <p:nvPr>
            <p:ph type="title"/>
          </p:nvPr>
        </p:nvSpPr>
        <p:spPr>
          <a:xfrm>
            <a:off x="413625" y="769875"/>
            <a:ext cx="6480300" cy="46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Generating Depth Map for EPIs</a:t>
            </a:r>
            <a:endParaRPr/>
          </a:p>
        </p:txBody>
      </p:sp>
      <p:sp>
        <p:nvSpPr>
          <p:cNvPr id="349" name="Google Shape;349;p57"/>
          <p:cNvSpPr/>
          <p:nvPr/>
        </p:nvSpPr>
        <p:spPr>
          <a:xfrm>
            <a:off x="228600" y="229900"/>
            <a:ext cx="4102200" cy="292800"/>
          </a:xfrm>
          <a:prstGeom prst="roundRect">
            <a:avLst>
              <a:gd fmla="val 268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Plus Jakarta Sans Medium"/>
                <a:ea typeface="Plus Jakarta Sans Medium"/>
                <a:cs typeface="Plus Jakarta Sans Medium"/>
                <a:sym typeface="Plus Jakarta Sans Medium"/>
              </a:rPr>
              <a:t>“EPI-Neighborhood Distribution Based Light Field Depth Estimation” - IEEE, Junke Li,Xin Jin</a:t>
            </a:r>
            <a:endParaRPr sz="1000">
              <a:solidFill>
                <a:schemeClr val="accent3"/>
              </a:solidFill>
              <a:latin typeface="Plus Jakarta Sans Medium"/>
              <a:ea typeface="Plus Jakarta Sans Medium"/>
              <a:cs typeface="Plus Jakarta Sans Medium"/>
              <a:sym typeface="Plus Jakarta Sans Medium"/>
            </a:endParaRPr>
          </a:p>
        </p:txBody>
      </p:sp>
      <p:sp>
        <p:nvSpPr>
          <p:cNvPr id="350" name="Google Shape;350;p57"/>
          <p:cNvSpPr/>
          <p:nvPr/>
        </p:nvSpPr>
        <p:spPr>
          <a:xfrm>
            <a:off x="654650" y="1683600"/>
            <a:ext cx="1293600" cy="292800"/>
          </a:xfrm>
          <a:prstGeom prst="roundRect">
            <a:avLst>
              <a:gd fmla="val 2689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lus Jakarta Sans Medium"/>
                <a:ea typeface="Plus Jakarta Sans Medium"/>
                <a:cs typeface="Plus Jakarta Sans Medium"/>
                <a:sym typeface="Plus Jakarta Sans Medium"/>
              </a:rPr>
              <a:t>New Idea</a:t>
            </a:r>
            <a:endParaRPr sz="1000">
              <a:solidFill>
                <a:schemeClr val="dk1"/>
              </a:solidFill>
              <a:latin typeface="Plus Jakarta Sans Medium"/>
              <a:ea typeface="Plus Jakarta Sans Medium"/>
              <a:cs typeface="Plus Jakarta Sans Medium"/>
              <a:sym typeface="Plus Jakarta Sans Medium"/>
            </a:endParaRPr>
          </a:p>
        </p:txBody>
      </p:sp>
      <p:sp>
        <p:nvSpPr>
          <p:cNvPr id="351" name="Google Shape;351;p57"/>
          <p:cNvSpPr/>
          <p:nvPr/>
        </p:nvSpPr>
        <p:spPr>
          <a:xfrm>
            <a:off x="3795925" y="1683600"/>
            <a:ext cx="1414800" cy="292800"/>
          </a:xfrm>
          <a:prstGeom prst="roundRect">
            <a:avLst>
              <a:gd fmla="val 2689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lus Jakarta Sans Medium"/>
                <a:ea typeface="Plus Jakarta Sans Medium"/>
                <a:cs typeface="Plus Jakarta Sans Medium"/>
                <a:sym typeface="Plus Jakarta Sans Medium"/>
              </a:rPr>
              <a:t>Paper Overview</a:t>
            </a:r>
            <a:endParaRPr sz="1000">
              <a:solidFill>
                <a:schemeClr val="dk1"/>
              </a:solidFill>
              <a:latin typeface="Plus Jakarta Sans Medium"/>
              <a:ea typeface="Plus Jakarta Sans Medium"/>
              <a:cs typeface="Plus Jakarta Sans Medium"/>
              <a:sym typeface="Plus Jakarta Sans Medium"/>
            </a:endParaRPr>
          </a:p>
        </p:txBody>
      </p:sp>
      <p:sp>
        <p:nvSpPr>
          <p:cNvPr id="352" name="Google Shape;352;p57"/>
          <p:cNvSpPr/>
          <p:nvPr/>
        </p:nvSpPr>
        <p:spPr>
          <a:xfrm>
            <a:off x="7334200" y="1683600"/>
            <a:ext cx="1165800" cy="292800"/>
          </a:xfrm>
          <a:prstGeom prst="roundRect">
            <a:avLst>
              <a:gd fmla="val 2689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lus Jakarta Sans Medium"/>
                <a:ea typeface="Plus Jakarta Sans Medium"/>
                <a:cs typeface="Plus Jakarta Sans Medium"/>
                <a:sym typeface="Plus Jakarta Sans Medium"/>
              </a:rPr>
              <a:t>Project Goals</a:t>
            </a:r>
            <a:endParaRPr sz="1000">
              <a:solidFill>
                <a:schemeClr val="dk1"/>
              </a:solidFill>
              <a:latin typeface="Plus Jakarta Sans Medium"/>
              <a:ea typeface="Plus Jakarta Sans Medium"/>
              <a:cs typeface="Plus Jakarta Sans Medium"/>
              <a:sym typeface="Plus Jakarta Sans Medium"/>
            </a:endParaRPr>
          </a:p>
        </p:txBody>
      </p:sp>
      <p:sp>
        <p:nvSpPr>
          <p:cNvPr id="353" name="Google Shape;353;p57"/>
          <p:cNvSpPr txBox="1"/>
          <p:nvPr/>
        </p:nvSpPr>
        <p:spPr>
          <a:xfrm>
            <a:off x="6667950" y="2148725"/>
            <a:ext cx="2169900" cy="28983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lt1"/>
              </a:buClr>
              <a:buSzPts val="1100"/>
              <a:buFont typeface="Inter"/>
              <a:buChar char="-"/>
            </a:pPr>
            <a:r>
              <a:rPr lang="en" sz="1100">
                <a:solidFill>
                  <a:schemeClr val="lt1"/>
                </a:solidFill>
                <a:latin typeface="Inter"/>
                <a:ea typeface="Inter"/>
                <a:cs typeface="Inter"/>
                <a:sym typeface="Inter"/>
              </a:rPr>
              <a:t>Reproduce the paper’s results: Implement Complete Framework of the Algorithm</a:t>
            </a:r>
            <a:endParaRPr sz="1100">
              <a:solidFill>
                <a:schemeClr val="lt1"/>
              </a:solidFill>
              <a:latin typeface="Inter"/>
              <a:ea typeface="Inter"/>
              <a:cs typeface="Inter"/>
              <a:sym typeface="Inter"/>
            </a:endParaRPr>
          </a:p>
          <a:p>
            <a:pPr indent="0" lvl="0" marL="457200" rtl="0" algn="l">
              <a:spcBef>
                <a:spcPts val="0"/>
              </a:spcBef>
              <a:spcAft>
                <a:spcPts val="0"/>
              </a:spcAft>
              <a:buNone/>
            </a:pPr>
            <a:r>
              <a:t/>
            </a:r>
            <a:endParaRPr sz="1100">
              <a:solidFill>
                <a:schemeClr val="lt1"/>
              </a:solidFill>
              <a:latin typeface="Inter"/>
              <a:ea typeface="Inter"/>
              <a:cs typeface="Inter"/>
              <a:sym typeface="Inter"/>
            </a:endParaRPr>
          </a:p>
          <a:p>
            <a:pPr indent="-298450" lvl="0" marL="457200" rtl="0" algn="l">
              <a:spcBef>
                <a:spcPts val="0"/>
              </a:spcBef>
              <a:spcAft>
                <a:spcPts val="0"/>
              </a:spcAft>
              <a:buClr>
                <a:schemeClr val="lt1"/>
              </a:buClr>
              <a:buSzPts val="1100"/>
              <a:buFont typeface="Inter"/>
              <a:buChar char="-"/>
            </a:pPr>
            <a:r>
              <a:rPr lang="en" sz="1100">
                <a:solidFill>
                  <a:schemeClr val="lt1"/>
                </a:solidFill>
                <a:latin typeface="Inter"/>
                <a:ea typeface="Inter"/>
                <a:cs typeface="Inter"/>
                <a:sym typeface="Inter"/>
              </a:rPr>
              <a:t>Compare our results to other methods via HCI 4D datasets</a:t>
            </a:r>
            <a:endParaRPr sz="1100">
              <a:solidFill>
                <a:schemeClr val="lt1"/>
              </a:solidFill>
              <a:latin typeface="Inter"/>
              <a:ea typeface="Inter"/>
              <a:cs typeface="Inter"/>
              <a:sym typeface="Inter"/>
            </a:endParaRPr>
          </a:p>
          <a:p>
            <a:pPr indent="0" lvl="0" marL="457200" rtl="0" algn="l">
              <a:spcBef>
                <a:spcPts val="0"/>
              </a:spcBef>
              <a:spcAft>
                <a:spcPts val="0"/>
              </a:spcAft>
              <a:buNone/>
            </a:pPr>
            <a:r>
              <a:t/>
            </a:r>
            <a:endParaRPr sz="1100">
              <a:solidFill>
                <a:schemeClr val="lt1"/>
              </a:solidFill>
              <a:latin typeface="Inter"/>
              <a:ea typeface="Inter"/>
              <a:cs typeface="Inter"/>
              <a:sym typeface="Inter"/>
            </a:endParaRPr>
          </a:p>
          <a:p>
            <a:pPr indent="-298450" lvl="0" marL="457200" rtl="0" algn="l">
              <a:spcBef>
                <a:spcPts val="0"/>
              </a:spcBef>
              <a:spcAft>
                <a:spcPts val="0"/>
              </a:spcAft>
              <a:buClr>
                <a:schemeClr val="lt1"/>
              </a:buClr>
              <a:buSzPts val="1100"/>
              <a:buFont typeface="Inter"/>
              <a:buChar char="-"/>
            </a:pPr>
            <a:r>
              <a:rPr lang="en" sz="1100">
                <a:solidFill>
                  <a:schemeClr val="lt1"/>
                </a:solidFill>
                <a:latin typeface="Inter"/>
                <a:ea typeface="Inter"/>
                <a:cs typeface="Inter"/>
                <a:sym typeface="Inter"/>
              </a:rPr>
              <a:t>Expand on EPIs generated in Lab 4 by using our algorithm to produce depth map</a:t>
            </a:r>
            <a:endParaRPr sz="1100">
              <a:solidFill>
                <a:schemeClr val="lt1"/>
              </a:solidFill>
              <a:latin typeface="Inter"/>
              <a:ea typeface="Inter"/>
              <a:cs typeface="Inter"/>
              <a:sym typeface="Inter"/>
            </a:endParaRPr>
          </a:p>
        </p:txBody>
      </p:sp>
      <p:pic>
        <p:nvPicPr>
          <p:cNvPr id="354" name="Google Shape;354;p57" title="li1-p5-li-large.gif"/>
          <p:cNvPicPr preferRelativeResize="0"/>
          <p:nvPr/>
        </p:nvPicPr>
        <p:blipFill>
          <a:blip r:embed="rId3">
            <a:alphaModFix/>
          </a:blip>
          <a:stretch>
            <a:fillRect/>
          </a:stretch>
        </p:blipFill>
        <p:spPr>
          <a:xfrm>
            <a:off x="2786525" y="2061950"/>
            <a:ext cx="3773275" cy="1141200"/>
          </a:xfrm>
          <a:prstGeom prst="rect">
            <a:avLst/>
          </a:prstGeom>
          <a:noFill/>
          <a:ln>
            <a:noFill/>
          </a:ln>
        </p:spPr>
      </p:pic>
      <p:sp>
        <p:nvSpPr>
          <p:cNvPr id="355" name="Google Shape;355;p57"/>
          <p:cNvSpPr txBox="1"/>
          <p:nvPr/>
        </p:nvSpPr>
        <p:spPr>
          <a:xfrm>
            <a:off x="2822775" y="3288700"/>
            <a:ext cx="3700800" cy="173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The framework we will implement from the paper</a:t>
            </a:r>
            <a:endParaRPr sz="1100">
              <a:solidFill>
                <a:schemeClr val="lt1"/>
              </a:solidFill>
              <a:latin typeface="Inter"/>
              <a:ea typeface="Inter"/>
              <a:cs typeface="Inter"/>
              <a:sym typeface="Inter"/>
            </a:endParaRPr>
          </a:p>
          <a:p>
            <a:pPr indent="0" lvl="0" marL="0" rtl="0" algn="l">
              <a:spcBef>
                <a:spcPts val="0"/>
              </a:spcBef>
              <a:spcAft>
                <a:spcPts val="0"/>
              </a:spcAft>
              <a:buNone/>
            </a:pPr>
            <a:r>
              <a:t/>
            </a:r>
            <a:endParaRPr sz="1100">
              <a:solidFill>
                <a:schemeClr val="lt1"/>
              </a:solidFill>
              <a:latin typeface="Inter"/>
              <a:ea typeface="Inter"/>
              <a:cs typeface="Inter"/>
              <a:sym typeface="Inter"/>
            </a:endParaRPr>
          </a:p>
          <a:p>
            <a:pPr indent="0" lvl="0" marL="0" rtl="0" algn="l">
              <a:spcBef>
                <a:spcPts val="0"/>
              </a:spcBef>
              <a:spcAft>
                <a:spcPts val="0"/>
              </a:spcAft>
              <a:buNone/>
            </a:pPr>
            <a:r>
              <a:rPr lang="en" sz="1100">
                <a:solidFill>
                  <a:schemeClr val="lt1"/>
                </a:solidFill>
                <a:latin typeface="Inter"/>
                <a:ea typeface="Inter"/>
                <a:cs typeface="Inter"/>
                <a:sym typeface="Inter"/>
              </a:rPr>
              <a:t>- 1: refocuses (shears) the light field at many </a:t>
            </a:r>
            <a:endParaRPr sz="1100">
              <a:solidFill>
                <a:schemeClr val="lt1"/>
              </a:solidFill>
              <a:latin typeface="Inter"/>
              <a:ea typeface="Inter"/>
              <a:cs typeface="Inter"/>
              <a:sym typeface="Inter"/>
            </a:endParaRPr>
          </a:p>
          <a:p>
            <a:pPr indent="0" lvl="0" marL="0" rtl="0" algn="l">
              <a:spcBef>
                <a:spcPts val="0"/>
              </a:spcBef>
              <a:spcAft>
                <a:spcPts val="0"/>
              </a:spcAft>
              <a:buNone/>
            </a:pPr>
            <a:r>
              <a:rPr lang="en" sz="1100">
                <a:solidFill>
                  <a:schemeClr val="lt1"/>
                </a:solidFill>
                <a:latin typeface="Inter"/>
                <a:ea typeface="Inter"/>
                <a:cs typeface="Inter"/>
                <a:sym typeface="Inter"/>
              </a:rPr>
              <a:t>  depth levels to align different planes in the scene</a:t>
            </a:r>
            <a:endParaRPr sz="1100">
              <a:solidFill>
                <a:schemeClr val="lt1"/>
              </a:solidFill>
              <a:latin typeface="Inter"/>
              <a:ea typeface="Inter"/>
              <a:cs typeface="Inter"/>
              <a:sym typeface="Inter"/>
            </a:endParaRPr>
          </a:p>
          <a:p>
            <a:pPr indent="0" lvl="0" marL="0" rtl="0" algn="l">
              <a:spcBef>
                <a:spcPts val="0"/>
              </a:spcBef>
              <a:spcAft>
                <a:spcPts val="0"/>
              </a:spcAft>
              <a:buNone/>
            </a:pPr>
            <a:r>
              <a:t/>
            </a:r>
            <a:endParaRPr sz="1100">
              <a:solidFill>
                <a:schemeClr val="lt1"/>
              </a:solidFill>
              <a:latin typeface="Inter"/>
              <a:ea typeface="Inter"/>
              <a:cs typeface="Inter"/>
              <a:sym typeface="Inter"/>
            </a:endParaRPr>
          </a:p>
          <a:p>
            <a:pPr indent="0" lvl="0" marL="0" rtl="0" algn="l">
              <a:spcBef>
                <a:spcPts val="0"/>
              </a:spcBef>
              <a:spcAft>
                <a:spcPts val="0"/>
              </a:spcAft>
              <a:buNone/>
            </a:pPr>
            <a:r>
              <a:rPr lang="en" sz="1100">
                <a:solidFill>
                  <a:schemeClr val="lt1"/>
                </a:solidFill>
                <a:latin typeface="Inter"/>
                <a:ea typeface="Inter"/>
                <a:cs typeface="Inter"/>
                <a:sym typeface="Inter"/>
              </a:rPr>
              <a:t>- 2: Uses KLD algo on each pixel to determine depth for vertical/horizontal</a:t>
            </a:r>
            <a:endParaRPr sz="1100">
              <a:solidFill>
                <a:schemeClr val="lt1"/>
              </a:solidFill>
              <a:latin typeface="Inter"/>
              <a:ea typeface="Inter"/>
              <a:cs typeface="Inter"/>
              <a:sym typeface="Inter"/>
            </a:endParaRPr>
          </a:p>
          <a:p>
            <a:pPr indent="0" lvl="0" marL="0" rtl="0" algn="l">
              <a:spcBef>
                <a:spcPts val="0"/>
              </a:spcBef>
              <a:spcAft>
                <a:spcPts val="0"/>
              </a:spcAft>
              <a:buNone/>
            </a:pPr>
            <a:r>
              <a:t/>
            </a:r>
            <a:endParaRPr sz="1100">
              <a:solidFill>
                <a:schemeClr val="lt1"/>
              </a:solidFill>
              <a:latin typeface="Inter"/>
              <a:ea typeface="Inter"/>
              <a:cs typeface="Inter"/>
              <a:sym typeface="Inter"/>
            </a:endParaRPr>
          </a:p>
          <a:p>
            <a:pPr indent="0" lvl="0" marL="0" rtl="0" algn="l">
              <a:spcBef>
                <a:spcPts val="0"/>
              </a:spcBef>
              <a:spcAft>
                <a:spcPts val="0"/>
              </a:spcAft>
              <a:buNone/>
            </a:pPr>
            <a:r>
              <a:rPr lang="en" sz="1100">
                <a:solidFill>
                  <a:schemeClr val="lt1"/>
                </a:solidFill>
                <a:latin typeface="Inter"/>
                <a:ea typeface="Inter"/>
                <a:cs typeface="Inter"/>
                <a:sym typeface="Inter"/>
              </a:rPr>
              <a:t>-3: Combines results using confidence analysis and depth propagation</a:t>
            </a:r>
            <a:endParaRPr sz="1100">
              <a:solidFill>
                <a:schemeClr val="lt1"/>
              </a:solidFill>
              <a:latin typeface="Inter"/>
              <a:ea typeface="Inter"/>
              <a:cs typeface="Inter"/>
              <a:sym typeface="Inter"/>
            </a:endParaRPr>
          </a:p>
          <a:p>
            <a:pPr indent="0" lvl="0" marL="0" rtl="0" algn="l">
              <a:spcBef>
                <a:spcPts val="0"/>
              </a:spcBef>
              <a:spcAft>
                <a:spcPts val="0"/>
              </a:spcAft>
              <a:buNone/>
            </a:pPr>
            <a:r>
              <a:t/>
            </a:r>
            <a:endParaRPr sz="1100">
              <a:solidFill>
                <a:schemeClr val="lt1"/>
              </a:solidFill>
              <a:latin typeface="Inter"/>
              <a:ea typeface="Inter"/>
              <a:cs typeface="Inter"/>
              <a:sym typeface="Inter"/>
            </a:endParaRPr>
          </a:p>
        </p:txBody>
      </p:sp>
      <p:sp>
        <p:nvSpPr>
          <p:cNvPr id="356" name="Google Shape;356;p57"/>
          <p:cNvSpPr txBox="1"/>
          <p:nvPr/>
        </p:nvSpPr>
        <p:spPr>
          <a:xfrm>
            <a:off x="343175" y="2138175"/>
            <a:ext cx="2090700" cy="27768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lt1"/>
              </a:buClr>
              <a:buSzPts val="1100"/>
              <a:buFont typeface="Inter"/>
              <a:buChar char="-"/>
            </a:pPr>
            <a:r>
              <a:rPr lang="en" sz="1100">
                <a:solidFill>
                  <a:schemeClr val="lt1"/>
                </a:solidFill>
                <a:latin typeface="Inter"/>
                <a:ea typeface="Inter"/>
                <a:cs typeface="Inter"/>
                <a:sym typeface="Inter"/>
              </a:rPr>
              <a:t>The paper introduces a new method for generating depth maps  from light field images using Epipolar Plane Images (EPIs).</a:t>
            </a:r>
            <a:endParaRPr sz="1100">
              <a:solidFill>
                <a:schemeClr val="lt1"/>
              </a:solidFill>
              <a:latin typeface="Inter"/>
              <a:ea typeface="Inter"/>
              <a:cs typeface="Inter"/>
              <a:sym typeface="Inter"/>
            </a:endParaRPr>
          </a:p>
          <a:p>
            <a:pPr indent="0" lvl="0" marL="457200" rtl="0" algn="l">
              <a:spcBef>
                <a:spcPts val="0"/>
              </a:spcBef>
              <a:spcAft>
                <a:spcPts val="0"/>
              </a:spcAft>
              <a:buNone/>
            </a:pPr>
            <a:r>
              <a:t/>
            </a:r>
            <a:endParaRPr sz="1100">
              <a:solidFill>
                <a:schemeClr val="lt1"/>
              </a:solidFill>
              <a:latin typeface="Inter"/>
              <a:ea typeface="Inter"/>
              <a:cs typeface="Inter"/>
              <a:sym typeface="Inter"/>
            </a:endParaRPr>
          </a:p>
          <a:p>
            <a:pPr indent="-298450" lvl="0" marL="457200" rtl="0" algn="l">
              <a:spcBef>
                <a:spcPts val="0"/>
              </a:spcBef>
              <a:spcAft>
                <a:spcPts val="0"/>
              </a:spcAft>
              <a:buClr>
                <a:schemeClr val="lt1"/>
              </a:buClr>
              <a:buSzPts val="1100"/>
              <a:buFont typeface="Inter"/>
              <a:buChar char="-"/>
            </a:pPr>
            <a:r>
              <a:rPr lang="en" sz="1100">
                <a:solidFill>
                  <a:schemeClr val="lt1"/>
                </a:solidFill>
                <a:latin typeface="Inter"/>
                <a:ea typeface="Inter"/>
                <a:cs typeface="Inter"/>
                <a:sym typeface="Inter"/>
              </a:rPr>
              <a:t>Unlike older methods that only use EPI line slopes,this method analyzes pixel intensity patterns — the “</a:t>
            </a:r>
            <a:r>
              <a:rPr b="1" lang="en" sz="1100">
                <a:solidFill>
                  <a:schemeClr val="lt1"/>
                </a:solidFill>
                <a:latin typeface="Inter"/>
                <a:ea typeface="Inter"/>
                <a:cs typeface="Inter"/>
                <a:sym typeface="Inter"/>
              </a:rPr>
              <a:t>EPI-neighborhood distribution</a:t>
            </a:r>
            <a:r>
              <a:rPr lang="en" sz="1100">
                <a:solidFill>
                  <a:schemeClr val="lt1"/>
                </a:solidFill>
                <a:latin typeface="Inter"/>
                <a:ea typeface="Inter"/>
                <a:cs typeface="Inter"/>
                <a:sym typeface="Inter"/>
              </a:rPr>
              <a:t>”</a:t>
            </a:r>
            <a:endParaRPr sz="1100">
              <a:solidFill>
                <a:schemeClr val="lt1"/>
              </a:solidFill>
              <a:latin typeface="Inter"/>
              <a:ea typeface="Inter"/>
              <a:cs typeface="Inter"/>
              <a:sym typeface="Inter"/>
            </a:endParaRPr>
          </a:p>
          <a:p>
            <a:pPr indent="0" lvl="0" marL="457200" rtl="0" algn="l">
              <a:spcBef>
                <a:spcPts val="0"/>
              </a:spcBef>
              <a:spcAft>
                <a:spcPts val="0"/>
              </a:spcAft>
              <a:buNone/>
            </a:pPr>
            <a:r>
              <a:t/>
            </a:r>
            <a:endParaRPr sz="1100">
              <a:solidFill>
                <a:schemeClr val="lt1"/>
              </a:solidFill>
              <a:latin typeface="Inter"/>
              <a:ea typeface="Inter"/>
              <a:cs typeface="Inter"/>
              <a:sym typeface="Inter"/>
            </a:endParaRPr>
          </a:p>
        </p:txBody>
      </p:sp>
      <p:sp>
        <p:nvSpPr>
          <p:cNvPr id="357" name="Google Shape;357;p57"/>
          <p:cNvSpPr txBox="1"/>
          <p:nvPr/>
        </p:nvSpPr>
        <p:spPr>
          <a:xfrm>
            <a:off x="7115950" y="908175"/>
            <a:ext cx="1036200" cy="1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Inter"/>
                <a:ea typeface="Inter"/>
                <a:cs typeface="Inter"/>
                <a:sym typeface="Inter"/>
              </a:rPr>
              <a:t>GROUP 3</a:t>
            </a:r>
            <a:endParaRPr>
              <a:solidFill>
                <a:schemeClr val="lt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kshop Facilitation">
  <a:themeElements>
    <a:clrScheme name="Simple Light">
      <a:dk1>
        <a:srgbClr val="10100F"/>
      </a:dk1>
      <a:lt1>
        <a:srgbClr val="F8F3EC"/>
      </a:lt1>
      <a:dk2>
        <a:srgbClr val="810100"/>
      </a:dk2>
      <a:lt2>
        <a:srgbClr val="F8F3EC"/>
      </a:lt2>
      <a:accent1>
        <a:srgbClr val="B82D2D"/>
      </a:accent1>
      <a:accent2>
        <a:srgbClr val="FB6058"/>
      </a:accent2>
      <a:accent3>
        <a:srgbClr val="FFD979"/>
      </a:accent3>
      <a:accent4>
        <a:srgbClr val="FFADA8"/>
      </a:accent4>
      <a:accent5>
        <a:srgbClr val="570100"/>
      </a:accent5>
      <a:accent6>
        <a:srgbClr val="303030"/>
      </a:accent6>
      <a:hlink>
        <a:srgbClr val="FC60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